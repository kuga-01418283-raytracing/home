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7" r:id="rId2"/>
    <p:sldId id="299" r:id="rId3"/>
    <p:sldId id="303" r:id="rId4"/>
    <p:sldId id="300" r:id="rId5"/>
    <p:sldId id="302" r:id="rId6"/>
    <p:sldId id="304" r:id="rId7"/>
    <p:sldId id="305" r:id="rId8"/>
    <p:sldId id="306" r:id="rId9"/>
    <p:sldId id="307" r:id="rId10"/>
    <p:sldId id="308" r:id="rId11"/>
    <p:sldId id="301" r:id="rId12"/>
    <p:sldId id="310" r:id="rId13"/>
    <p:sldId id="311" r:id="rId14"/>
    <p:sldId id="309" r:id="rId15"/>
    <p:sldId id="312" r:id="rId16"/>
    <p:sldId id="313" r:id="rId17"/>
    <p:sldId id="314" r:id="rId18"/>
    <p:sldId id="315" r:id="rId19"/>
    <p:sldId id="298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8272" autoAdjust="0"/>
  </p:normalViewPr>
  <p:slideViewPr>
    <p:cSldViewPr snapToGrid="0">
      <p:cViewPr varScale="1">
        <p:scale>
          <a:sx n="58" d="100"/>
          <a:sy n="58" d="100"/>
        </p:scale>
        <p:origin x="963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naboon tongbuasirilai" userId="3a6fbbe2-a5cd-4f36-96f1-1e3cf3325333" providerId="ADAL" clId="{33939DA2-9968-4B16-8F8B-2BC3AD55DE8D}"/>
    <pc:docChg chg="custSel modSld">
      <pc:chgData name="tanaboon tongbuasirilai" userId="3a6fbbe2-a5cd-4f36-96f1-1e3cf3325333" providerId="ADAL" clId="{33939DA2-9968-4B16-8F8B-2BC3AD55DE8D}" dt="2024-09-05T10:48:14.964" v="1391" actId="20577"/>
      <pc:docMkLst>
        <pc:docMk/>
      </pc:docMkLst>
      <pc:sldChg chg="modSp mod">
        <pc:chgData name="tanaboon tongbuasirilai" userId="3a6fbbe2-a5cd-4f36-96f1-1e3cf3325333" providerId="ADAL" clId="{33939DA2-9968-4B16-8F8B-2BC3AD55DE8D}" dt="2024-09-05T08:38:13.731" v="0"/>
        <pc:sldMkLst>
          <pc:docMk/>
          <pc:sldMk cId="2366643805" sldId="298"/>
        </pc:sldMkLst>
        <pc:spChg chg="mod">
          <ac:chgData name="tanaboon tongbuasirilai" userId="3a6fbbe2-a5cd-4f36-96f1-1e3cf3325333" providerId="ADAL" clId="{33939DA2-9968-4B16-8F8B-2BC3AD55DE8D}" dt="2024-09-05T08:38:13.731" v="0"/>
          <ac:spMkLst>
            <pc:docMk/>
            <pc:sldMk cId="2366643805" sldId="298"/>
            <ac:spMk id="3" creationId="{EC1091DB-8022-3264-11F9-5ABECB797C1B}"/>
          </ac:spMkLst>
        </pc:spChg>
      </pc:sldChg>
      <pc:sldChg chg="modNotesTx">
        <pc:chgData name="tanaboon tongbuasirilai" userId="3a6fbbe2-a5cd-4f36-96f1-1e3cf3325333" providerId="ADAL" clId="{33939DA2-9968-4B16-8F8B-2BC3AD55DE8D}" dt="2024-09-05T08:44:27.570" v="220" actId="20577"/>
        <pc:sldMkLst>
          <pc:docMk/>
          <pc:sldMk cId="3172209106" sldId="299"/>
        </pc:sldMkLst>
      </pc:sldChg>
      <pc:sldChg chg="modNotesTx">
        <pc:chgData name="tanaboon tongbuasirilai" userId="3a6fbbe2-a5cd-4f36-96f1-1e3cf3325333" providerId="ADAL" clId="{33939DA2-9968-4B16-8F8B-2BC3AD55DE8D}" dt="2024-09-05T08:55:48.291" v="418" actId="20577"/>
        <pc:sldMkLst>
          <pc:docMk/>
          <pc:sldMk cId="3914441917" sldId="300"/>
        </pc:sldMkLst>
      </pc:sldChg>
      <pc:sldChg chg="modNotesTx">
        <pc:chgData name="tanaboon tongbuasirilai" userId="3a6fbbe2-a5cd-4f36-96f1-1e3cf3325333" providerId="ADAL" clId="{33939DA2-9968-4B16-8F8B-2BC3AD55DE8D}" dt="2024-09-05T09:10:56.910" v="1060" actId="20577"/>
        <pc:sldMkLst>
          <pc:docMk/>
          <pc:sldMk cId="3574880007" sldId="301"/>
        </pc:sldMkLst>
      </pc:sldChg>
      <pc:sldChg chg="modNotesTx">
        <pc:chgData name="tanaboon tongbuasirilai" userId="3a6fbbe2-a5cd-4f36-96f1-1e3cf3325333" providerId="ADAL" clId="{33939DA2-9968-4B16-8F8B-2BC3AD55DE8D}" dt="2024-09-05T09:00:58.052" v="755" actId="20577"/>
        <pc:sldMkLst>
          <pc:docMk/>
          <pc:sldMk cId="2414283518" sldId="302"/>
        </pc:sldMkLst>
      </pc:sldChg>
      <pc:sldChg chg="modNotesTx">
        <pc:chgData name="tanaboon tongbuasirilai" userId="3a6fbbe2-a5cd-4f36-96f1-1e3cf3325333" providerId="ADAL" clId="{33939DA2-9968-4B16-8F8B-2BC3AD55DE8D}" dt="2024-09-05T08:40:42.157" v="182" actId="20577"/>
        <pc:sldMkLst>
          <pc:docMk/>
          <pc:sldMk cId="268808015" sldId="303"/>
        </pc:sldMkLst>
      </pc:sldChg>
      <pc:sldChg chg="modNotesTx">
        <pc:chgData name="tanaboon tongbuasirilai" userId="3a6fbbe2-a5cd-4f36-96f1-1e3cf3325333" providerId="ADAL" clId="{33939DA2-9968-4B16-8F8B-2BC3AD55DE8D}" dt="2024-09-05T09:02:38.160" v="808" actId="20577"/>
        <pc:sldMkLst>
          <pc:docMk/>
          <pc:sldMk cId="4120414603" sldId="304"/>
        </pc:sldMkLst>
      </pc:sldChg>
      <pc:sldChg chg="modNotesTx">
        <pc:chgData name="tanaboon tongbuasirilai" userId="3a6fbbe2-a5cd-4f36-96f1-1e3cf3325333" providerId="ADAL" clId="{33939DA2-9968-4B16-8F8B-2BC3AD55DE8D}" dt="2024-09-05T09:03:15.648" v="887" actId="20577"/>
        <pc:sldMkLst>
          <pc:docMk/>
          <pc:sldMk cId="2721942396" sldId="305"/>
        </pc:sldMkLst>
      </pc:sldChg>
      <pc:sldChg chg="modNotesTx">
        <pc:chgData name="tanaboon tongbuasirilai" userId="3a6fbbe2-a5cd-4f36-96f1-1e3cf3325333" providerId="ADAL" clId="{33939DA2-9968-4B16-8F8B-2BC3AD55DE8D}" dt="2024-09-05T09:06:23.140" v="941" actId="20577"/>
        <pc:sldMkLst>
          <pc:docMk/>
          <pc:sldMk cId="2352444889" sldId="307"/>
        </pc:sldMkLst>
      </pc:sldChg>
      <pc:sldChg chg="modNotesTx">
        <pc:chgData name="tanaboon tongbuasirilai" userId="3a6fbbe2-a5cd-4f36-96f1-1e3cf3325333" providerId="ADAL" clId="{33939DA2-9968-4B16-8F8B-2BC3AD55DE8D}" dt="2024-09-05T09:08:51.720" v="1050" actId="20577"/>
        <pc:sldMkLst>
          <pc:docMk/>
          <pc:sldMk cId="3831069314" sldId="308"/>
        </pc:sldMkLst>
      </pc:sldChg>
      <pc:sldChg chg="modNotesTx">
        <pc:chgData name="tanaboon tongbuasirilai" userId="3a6fbbe2-a5cd-4f36-96f1-1e3cf3325333" providerId="ADAL" clId="{33939DA2-9968-4B16-8F8B-2BC3AD55DE8D}" dt="2024-09-05T09:12:58.618" v="1253" actId="20577"/>
        <pc:sldMkLst>
          <pc:docMk/>
          <pc:sldMk cId="938651551" sldId="310"/>
        </pc:sldMkLst>
      </pc:sldChg>
      <pc:sldChg chg="modNotesTx">
        <pc:chgData name="tanaboon tongbuasirilai" userId="3a6fbbe2-a5cd-4f36-96f1-1e3cf3325333" providerId="ADAL" clId="{33939DA2-9968-4B16-8F8B-2BC3AD55DE8D}" dt="2024-09-05T10:39:28.849" v="1382" actId="20577"/>
        <pc:sldMkLst>
          <pc:docMk/>
          <pc:sldMk cId="682205416" sldId="312"/>
        </pc:sldMkLst>
      </pc:sldChg>
      <pc:sldChg chg="modNotesTx">
        <pc:chgData name="tanaboon tongbuasirilai" userId="3a6fbbe2-a5cd-4f36-96f1-1e3cf3325333" providerId="ADAL" clId="{33939DA2-9968-4B16-8F8B-2BC3AD55DE8D}" dt="2024-09-05T10:48:14.964" v="1391" actId="20577"/>
        <pc:sldMkLst>
          <pc:docMk/>
          <pc:sldMk cId="3533746076" sldId="314"/>
        </pc:sldMkLst>
      </pc:sldChg>
    </pc:docChg>
  </pc:docChgLst>
  <pc:docChgLst>
    <pc:chgData name="tanaboon tongbuasirilai" userId="3a6fbbe2-a5cd-4f36-96f1-1e3cf3325333" providerId="ADAL" clId="{963B9D49-1855-4010-A068-448FC0C4AA8B}"/>
    <pc:docChg chg="undo custSel addSld delSld modSld sldOrd">
      <pc:chgData name="tanaboon tongbuasirilai" userId="3a6fbbe2-a5cd-4f36-96f1-1e3cf3325333" providerId="ADAL" clId="{963B9D49-1855-4010-A068-448FC0C4AA8B}" dt="2024-01-16T10:28:17.909" v="1587" actId="1076"/>
      <pc:docMkLst>
        <pc:docMk/>
      </pc:docMkLst>
      <pc:sldChg chg="modSp mod">
        <pc:chgData name="tanaboon tongbuasirilai" userId="3a6fbbe2-a5cd-4f36-96f1-1e3cf3325333" providerId="ADAL" clId="{963B9D49-1855-4010-A068-448FC0C4AA8B}" dt="2024-01-15T10:59:13.297" v="67" actId="20577"/>
        <pc:sldMkLst>
          <pc:docMk/>
          <pc:sldMk cId="3144241888" sldId="257"/>
        </pc:sldMkLst>
        <pc:spChg chg="mod">
          <ac:chgData name="tanaboon tongbuasirilai" userId="3a6fbbe2-a5cd-4f36-96f1-1e3cf3325333" providerId="ADAL" clId="{963B9D49-1855-4010-A068-448FC0C4AA8B}" dt="2024-01-15T10:59:13.297" v="67" actId="20577"/>
          <ac:spMkLst>
            <pc:docMk/>
            <pc:sldMk cId="3144241888" sldId="257"/>
            <ac:spMk id="3" creationId="{B10197EC-F6A4-8ADD-8624-50B344133D48}"/>
          </ac:spMkLst>
        </pc:spChg>
      </pc:sldChg>
      <pc:sldChg chg="del">
        <pc:chgData name="tanaboon tongbuasirilai" userId="3a6fbbe2-a5cd-4f36-96f1-1e3cf3325333" providerId="ADAL" clId="{963B9D49-1855-4010-A068-448FC0C4AA8B}" dt="2024-01-16T04:28:18.233" v="91" actId="47"/>
        <pc:sldMkLst>
          <pc:docMk/>
          <pc:sldMk cId="2290713999" sldId="258"/>
        </pc:sldMkLst>
      </pc:sldChg>
      <pc:sldChg chg="del">
        <pc:chgData name="tanaboon tongbuasirilai" userId="3a6fbbe2-a5cd-4f36-96f1-1e3cf3325333" providerId="ADAL" clId="{963B9D49-1855-4010-A068-448FC0C4AA8B}" dt="2024-01-16T04:28:18.233" v="91" actId="47"/>
        <pc:sldMkLst>
          <pc:docMk/>
          <pc:sldMk cId="1458285035" sldId="259"/>
        </pc:sldMkLst>
      </pc:sldChg>
      <pc:sldChg chg="del">
        <pc:chgData name="tanaboon tongbuasirilai" userId="3a6fbbe2-a5cd-4f36-96f1-1e3cf3325333" providerId="ADAL" clId="{963B9D49-1855-4010-A068-448FC0C4AA8B}" dt="2024-01-16T04:28:18.233" v="91" actId="47"/>
        <pc:sldMkLst>
          <pc:docMk/>
          <pc:sldMk cId="1672064927" sldId="260"/>
        </pc:sldMkLst>
      </pc:sldChg>
      <pc:sldChg chg="del">
        <pc:chgData name="tanaboon tongbuasirilai" userId="3a6fbbe2-a5cd-4f36-96f1-1e3cf3325333" providerId="ADAL" clId="{963B9D49-1855-4010-A068-448FC0C4AA8B}" dt="2024-01-16T04:28:18.233" v="91" actId="47"/>
        <pc:sldMkLst>
          <pc:docMk/>
          <pc:sldMk cId="51009283" sldId="261"/>
        </pc:sldMkLst>
      </pc:sldChg>
      <pc:sldChg chg="del">
        <pc:chgData name="tanaboon tongbuasirilai" userId="3a6fbbe2-a5cd-4f36-96f1-1e3cf3325333" providerId="ADAL" clId="{963B9D49-1855-4010-A068-448FC0C4AA8B}" dt="2024-01-16T04:28:18.233" v="91" actId="47"/>
        <pc:sldMkLst>
          <pc:docMk/>
          <pc:sldMk cId="1857682599" sldId="262"/>
        </pc:sldMkLst>
      </pc:sldChg>
      <pc:sldChg chg="del">
        <pc:chgData name="tanaboon tongbuasirilai" userId="3a6fbbe2-a5cd-4f36-96f1-1e3cf3325333" providerId="ADAL" clId="{963B9D49-1855-4010-A068-448FC0C4AA8B}" dt="2024-01-16T04:28:18.233" v="91" actId="47"/>
        <pc:sldMkLst>
          <pc:docMk/>
          <pc:sldMk cId="972259763" sldId="263"/>
        </pc:sldMkLst>
      </pc:sldChg>
      <pc:sldChg chg="del">
        <pc:chgData name="tanaboon tongbuasirilai" userId="3a6fbbe2-a5cd-4f36-96f1-1e3cf3325333" providerId="ADAL" clId="{963B9D49-1855-4010-A068-448FC0C4AA8B}" dt="2024-01-16T04:28:18.233" v="91" actId="47"/>
        <pc:sldMkLst>
          <pc:docMk/>
          <pc:sldMk cId="1847055951" sldId="264"/>
        </pc:sldMkLst>
      </pc:sldChg>
      <pc:sldChg chg="del">
        <pc:chgData name="tanaboon tongbuasirilai" userId="3a6fbbe2-a5cd-4f36-96f1-1e3cf3325333" providerId="ADAL" clId="{963B9D49-1855-4010-A068-448FC0C4AA8B}" dt="2024-01-16T04:28:18.233" v="91" actId="47"/>
        <pc:sldMkLst>
          <pc:docMk/>
          <pc:sldMk cId="3509691378" sldId="265"/>
        </pc:sldMkLst>
      </pc:sldChg>
      <pc:sldChg chg="del">
        <pc:chgData name="tanaboon tongbuasirilai" userId="3a6fbbe2-a5cd-4f36-96f1-1e3cf3325333" providerId="ADAL" clId="{963B9D49-1855-4010-A068-448FC0C4AA8B}" dt="2024-01-16T04:28:18.233" v="91" actId="47"/>
        <pc:sldMkLst>
          <pc:docMk/>
          <pc:sldMk cId="2814412515" sldId="266"/>
        </pc:sldMkLst>
      </pc:sldChg>
      <pc:sldChg chg="del">
        <pc:chgData name="tanaboon tongbuasirilai" userId="3a6fbbe2-a5cd-4f36-96f1-1e3cf3325333" providerId="ADAL" clId="{963B9D49-1855-4010-A068-448FC0C4AA8B}" dt="2024-01-16T04:28:18.233" v="91" actId="47"/>
        <pc:sldMkLst>
          <pc:docMk/>
          <pc:sldMk cId="1933042672" sldId="267"/>
        </pc:sldMkLst>
      </pc:sldChg>
      <pc:sldChg chg="del">
        <pc:chgData name="tanaboon tongbuasirilai" userId="3a6fbbe2-a5cd-4f36-96f1-1e3cf3325333" providerId="ADAL" clId="{963B9D49-1855-4010-A068-448FC0C4AA8B}" dt="2024-01-16T04:28:18.233" v="91" actId="47"/>
        <pc:sldMkLst>
          <pc:docMk/>
          <pc:sldMk cId="3140354486" sldId="268"/>
        </pc:sldMkLst>
      </pc:sldChg>
      <pc:sldChg chg="del">
        <pc:chgData name="tanaboon tongbuasirilai" userId="3a6fbbe2-a5cd-4f36-96f1-1e3cf3325333" providerId="ADAL" clId="{963B9D49-1855-4010-A068-448FC0C4AA8B}" dt="2024-01-16T04:28:18.233" v="91" actId="47"/>
        <pc:sldMkLst>
          <pc:docMk/>
          <pc:sldMk cId="2129432374" sldId="269"/>
        </pc:sldMkLst>
      </pc:sldChg>
      <pc:sldChg chg="del">
        <pc:chgData name="tanaboon tongbuasirilai" userId="3a6fbbe2-a5cd-4f36-96f1-1e3cf3325333" providerId="ADAL" clId="{963B9D49-1855-4010-A068-448FC0C4AA8B}" dt="2024-01-16T04:28:18.233" v="91" actId="47"/>
        <pc:sldMkLst>
          <pc:docMk/>
          <pc:sldMk cId="618405630" sldId="270"/>
        </pc:sldMkLst>
      </pc:sldChg>
      <pc:sldChg chg="del">
        <pc:chgData name="tanaboon tongbuasirilai" userId="3a6fbbe2-a5cd-4f36-96f1-1e3cf3325333" providerId="ADAL" clId="{963B9D49-1855-4010-A068-448FC0C4AA8B}" dt="2024-01-16T04:28:18.233" v="91" actId="47"/>
        <pc:sldMkLst>
          <pc:docMk/>
          <pc:sldMk cId="3975330571" sldId="271"/>
        </pc:sldMkLst>
      </pc:sldChg>
      <pc:sldChg chg="del">
        <pc:chgData name="tanaboon tongbuasirilai" userId="3a6fbbe2-a5cd-4f36-96f1-1e3cf3325333" providerId="ADAL" clId="{963B9D49-1855-4010-A068-448FC0C4AA8B}" dt="2024-01-16T04:28:18.233" v="91" actId="47"/>
        <pc:sldMkLst>
          <pc:docMk/>
          <pc:sldMk cId="107454274" sldId="273"/>
        </pc:sldMkLst>
      </pc:sldChg>
      <pc:sldChg chg="del">
        <pc:chgData name="tanaboon tongbuasirilai" userId="3a6fbbe2-a5cd-4f36-96f1-1e3cf3325333" providerId="ADAL" clId="{963B9D49-1855-4010-A068-448FC0C4AA8B}" dt="2024-01-16T04:28:18.233" v="91" actId="47"/>
        <pc:sldMkLst>
          <pc:docMk/>
          <pc:sldMk cId="2750112849" sldId="274"/>
        </pc:sldMkLst>
      </pc:sldChg>
      <pc:sldChg chg="del">
        <pc:chgData name="tanaboon tongbuasirilai" userId="3a6fbbe2-a5cd-4f36-96f1-1e3cf3325333" providerId="ADAL" clId="{963B9D49-1855-4010-A068-448FC0C4AA8B}" dt="2024-01-16T04:28:18.233" v="91" actId="47"/>
        <pc:sldMkLst>
          <pc:docMk/>
          <pc:sldMk cId="1745873556" sldId="275"/>
        </pc:sldMkLst>
      </pc:sldChg>
      <pc:sldChg chg="del">
        <pc:chgData name="tanaboon tongbuasirilai" userId="3a6fbbe2-a5cd-4f36-96f1-1e3cf3325333" providerId="ADAL" clId="{963B9D49-1855-4010-A068-448FC0C4AA8B}" dt="2024-01-16T04:28:18.233" v="91" actId="47"/>
        <pc:sldMkLst>
          <pc:docMk/>
          <pc:sldMk cId="407086291" sldId="276"/>
        </pc:sldMkLst>
      </pc:sldChg>
      <pc:sldChg chg="del">
        <pc:chgData name="tanaboon tongbuasirilai" userId="3a6fbbe2-a5cd-4f36-96f1-1e3cf3325333" providerId="ADAL" clId="{963B9D49-1855-4010-A068-448FC0C4AA8B}" dt="2024-01-16T04:28:18.233" v="91" actId="47"/>
        <pc:sldMkLst>
          <pc:docMk/>
          <pc:sldMk cId="2354779494" sldId="277"/>
        </pc:sldMkLst>
      </pc:sldChg>
      <pc:sldChg chg="del">
        <pc:chgData name="tanaboon tongbuasirilai" userId="3a6fbbe2-a5cd-4f36-96f1-1e3cf3325333" providerId="ADAL" clId="{963B9D49-1855-4010-A068-448FC0C4AA8B}" dt="2024-01-16T04:28:18.233" v="91" actId="47"/>
        <pc:sldMkLst>
          <pc:docMk/>
          <pc:sldMk cId="1295280736" sldId="278"/>
        </pc:sldMkLst>
      </pc:sldChg>
      <pc:sldChg chg="del">
        <pc:chgData name="tanaboon tongbuasirilai" userId="3a6fbbe2-a5cd-4f36-96f1-1e3cf3325333" providerId="ADAL" clId="{963B9D49-1855-4010-A068-448FC0C4AA8B}" dt="2024-01-16T04:28:18.233" v="91" actId="47"/>
        <pc:sldMkLst>
          <pc:docMk/>
          <pc:sldMk cId="4221483010" sldId="279"/>
        </pc:sldMkLst>
      </pc:sldChg>
      <pc:sldChg chg="del">
        <pc:chgData name="tanaboon tongbuasirilai" userId="3a6fbbe2-a5cd-4f36-96f1-1e3cf3325333" providerId="ADAL" clId="{963B9D49-1855-4010-A068-448FC0C4AA8B}" dt="2024-01-16T04:28:18.233" v="91" actId="47"/>
        <pc:sldMkLst>
          <pc:docMk/>
          <pc:sldMk cId="483221523" sldId="280"/>
        </pc:sldMkLst>
      </pc:sldChg>
      <pc:sldChg chg="del">
        <pc:chgData name="tanaboon tongbuasirilai" userId="3a6fbbe2-a5cd-4f36-96f1-1e3cf3325333" providerId="ADAL" clId="{963B9D49-1855-4010-A068-448FC0C4AA8B}" dt="2024-01-16T04:28:18.233" v="91" actId="47"/>
        <pc:sldMkLst>
          <pc:docMk/>
          <pc:sldMk cId="2931753984" sldId="281"/>
        </pc:sldMkLst>
      </pc:sldChg>
      <pc:sldChg chg="del">
        <pc:chgData name="tanaboon tongbuasirilai" userId="3a6fbbe2-a5cd-4f36-96f1-1e3cf3325333" providerId="ADAL" clId="{963B9D49-1855-4010-A068-448FC0C4AA8B}" dt="2024-01-16T04:28:18.233" v="91" actId="47"/>
        <pc:sldMkLst>
          <pc:docMk/>
          <pc:sldMk cId="3478651328" sldId="282"/>
        </pc:sldMkLst>
      </pc:sldChg>
      <pc:sldChg chg="del">
        <pc:chgData name="tanaboon tongbuasirilai" userId="3a6fbbe2-a5cd-4f36-96f1-1e3cf3325333" providerId="ADAL" clId="{963B9D49-1855-4010-A068-448FC0C4AA8B}" dt="2024-01-16T04:28:18.233" v="91" actId="47"/>
        <pc:sldMkLst>
          <pc:docMk/>
          <pc:sldMk cId="1596493606" sldId="283"/>
        </pc:sldMkLst>
      </pc:sldChg>
      <pc:sldChg chg="del">
        <pc:chgData name="tanaboon tongbuasirilai" userId="3a6fbbe2-a5cd-4f36-96f1-1e3cf3325333" providerId="ADAL" clId="{963B9D49-1855-4010-A068-448FC0C4AA8B}" dt="2024-01-16T04:28:18.233" v="91" actId="47"/>
        <pc:sldMkLst>
          <pc:docMk/>
          <pc:sldMk cId="4179530343" sldId="284"/>
        </pc:sldMkLst>
      </pc:sldChg>
      <pc:sldChg chg="del">
        <pc:chgData name="tanaboon tongbuasirilai" userId="3a6fbbe2-a5cd-4f36-96f1-1e3cf3325333" providerId="ADAL" clId="{963B9D49-1855-4010-A068-448FC0C4AA8B}" dt="2024-01-16T04:28:18.233" v="91" actId="47"/>
        <pc:sldMkLst>
          <pc:docMk/>
          <pc:sldMk cId="3712068996" sldId="285"/>
        </pc:sldMkLst>
      </pc:sldChg>
      <pc:sldChg chg="modSp mod">
        <pc:chgData name="tanaboon tongbuasirilai" userId="3a6fbbe2-a5cd-4f36-96f1-1e3cf3325333" providerId="ADAL" clId="{963B9D49-1855-4010-A068-448FC0C4AA8B}" dt="2024-01-16T04:28:25.907" v="99" actId="20577"/>
        <pc:sldMkLst>
          <pc:docMk/>
          <pc:sldMk cId="2366643805" sldId="298"/>
        </pc:sldMkLst>
        <pc:spChg chg="mod">
          <ac:chgData name="tanaboon tongbuasirilai" userId="3a6fbbe2-a5cd-4f36-96f1-1e3cf3325333" providerId="ADAL" clId="{963B9D49-1855-4010-A068-448FC0C4AA8B}" dt="2024-01-16T04:28:25.907" v="99" actId="20577"/>
          <ac:spMkLst>
            <pc:docMk/>
            <pc:sldMk cId="2366643805" sldId="298"/>
            <ac:spMk id="3" creationId="{EC1091DB-8022-3264-11F9-5ABECB797C1B}"/>
          </ac:spMkLst>
        </pc:spChg>
      </pc:sldChg>
      <pc:sldChg chg="addSp delSp modSp new mod setBg">
        <pc:chgData name="tanaboon tongbuasirilai" userId="3a6fbbe2-a5cd-4f36-96f1-1e3cf3325333" providerId="ADAL" clId="{963B9D49-1855-4010-A068-448FC0C4AA8B}" dt="2024-01-16T07:25:04.994" v="751" actId="26606"/>
        <pc:sldMkLst>
          <pc:docMk/>
          <pc:sldMk cId="3172209106" sldId="299"/>
        </pc:sldMkLst>
        <pc:spChg chg="mod">
          <ac:chgData name="tanaboon tongbuasirilai" userId="3a6fbbe2-a5cd-4f36-96f1-1e3cf3325333" providerId="ADAL" clId="{963B9D49-1855-4010-A068-448FC0C4AA8B}" dt="2024-01-16T07:25:04.994" v="751" actId="26606"/>
          <ac:spMkLst>
            <pc:docMk/>
            <pc:sldMk cId="3172209106" sldId="299"/>
            <ac:spMk id="2" creationId="{D82FB13E-C11F-453B-509F-C3AD8C5660B2}"/>
          </ac:spMkLst>
        </pc:spChg>
        <pc:spChg chg="del mod">
          <ac:chgData name="tanaboon tongbuasirilai" userId="3a6fbbe2-a5cd-4f36-96f1-1e3cf3325333" providerId="ADAL" clId="{963B9D49-1855-4010-A068-448FC0C4AA8B}" dt="2024-01-16T07:25:04.994" v="751" actId="26606"/>
          <ac:spMkLst>
            <pc:docMk/>
            <pc:sldMk cId="3172209106" sldId="299"/>
            <ac:spMk id="3" creationId="{F67BF623-C872-CD87-2186-CA226FDF6D11}"/>
          </ac:spMkLst>
        </pc:spChg>
        <pc:spChg chg="add">
          <ac:chgData name="tanaboon tongbuasirilai" userId="3a6fbbe2-a5cd-4f36-96f1-1e3cf3325333" providerId="ADAL" clId="{963B9D49-1855-4010-A068-448FC0C4AA8B}" dt="2024-01-16T07:25:04.994" v="751" actId="26606"/>
          <ac:spMkLst>
            <pc:docMk/>
            <pc:sldMk cId="3172209106" sldId="299"/>
            <ac:spMk id="9" creationId="{BACC6370-2D7E-4714-9D71-7542949D7D5D}"/>
          </ac:spMkLst>
        </pc:spChg>
        <pc:spChg chg="add">
          <ac:chgData name="tanaboon tongbuasirilai" userId="3a6fbbe2-a5cd-4f36-96f1-1e3cf3325333" providerId="ADAL" clId="{963B9D49-1855-4010-A068-448FC0C4AA8B}" dt="2024-01-16T07:25:04.994" v="751" actId="26606"/>
          <ac:spMkLst>
            <pc:docMk/>
            <pc:sldMk cId="3172209106" sldId="299"/>
            <ac:spMk id="11" creationId="{256B2C21-A230-48C0-8DF1-C46611373C44}"/>
          </ac:spMkLst>
        </pc:spChg>
        <pc:spChg chg="add">
          <ac:chgData name="tanaboon tongbuasirilai" userId="3a6fbbe2-a5cd-4f36-96f1-1e3cf3325333" providerId="ADAL" clId="{963B9D49-1855-4010-A068-448FC0C4AA8B}" dt="2024-01-16T07:25:04.994" v="751" actId="26606"/>
          <ac:spMkLst>
            <pc:docMk/>
            <pc:sldMk cId="3172209106" sldId="299"/>
            <ac:spMk id="13" creationId="{3847E18C-932D-4C95-AABA-FEC7C9499AD7}"/>
          </ac:spMkLst>
        </pc:spChg>
        <pc:spChg chg="add">
          <ac:chgData name="tanaboon tongbuasirilai" userId="3a6fbbe2-a5cd-4f36-96f1-1e3cf3325333" providerId="ADAL" clId="{963B9D49-1855-4010-A068-448FC0C4AA8B}" dt="2024-01-16T07:25:04.994" v="751" actId="26606"/>
          <ac:spMkLst>
            <pc:docMk/>
            <pc:sldMk cId="3172209106" sldId="299"/>
            <ac:spMk id="15" creationId="{3150CB11-0C61-439E-910F-5787759E72A0}"/>
          </ac:spMkLst>
        </pc:spChg>
        <pc:spChg chg="add">
          <ac:chgData name="tanaboon tongbuasirilai" userId="3a6fbbe2-a5cd-4f36-96f1-1e3cf3325333" providerId="ADAL" clId="{963B9D49-1855-4010-A068-448FC0C4AA8B}" dt="2024-01-16T07:25:04.994" v="751" actId="26606"/>
          <ac:spMkLst>
            <pc:docMk/>
            <pc:sldMk cId="3172209106" sldId="299"/>
            <ac:spMk id="17" creationId="{43F8A58B-5155-44CE-A5FF-7647B47D0A7A}"/>
          </ac:spMkLst>
        </pc:spChg>
        <pc:spChg chg="add">
          <ac:chgData name="tanaboon tongbuasirilai" userId="3a6fbbe2-a5cd-4f36-96f1-1e3cf3325333" providerId="ADAL" clId="{963B9D49-1855-4010-A068-448FC0C4AA8B}" dt="2024-01-16T07:25:04.994" v="751" actId="26606"/>
          <ac:spMkLst>
            <pc:docMk/>
            <pc:sldMk cId="3172209106" sldId="299"/>
            <ac:spMk id="19" creationId="{443F2ACA-E6D6-4028-82DD-F03C262D5DE6}"/>
          </ac:spMkLst>
        </pc:spChg>
        <pc:graphicFrameChg chg="add">
          <ac:chgData name="tanaboon tongbuasirilai" userId="3a6fbbe2-a5cd-4f36-96f1-1e3cf3325333" providerId="ADAL" clId="{963B9D49-1855-4010-A068-448FC0C4AA8B}" dt="2024-01-16T07:25:04.994" v="751" actId="26606"/>
          <ac:graphicFrameMkLst>
            <pc:docMk/>
            <pc:sldMk cId="3172209106" sldId="299"/>
            <ac:graphicFrameMk id="5" creationId="{DE081432-9AD5-006C-B643-224E9D74B07F}"/>
          </ac:graphicFrameMkLst>
        </pc:graphicFrameChg>
      </pc:sldChg>
      <pc:sldChg chg="addSp delSp modSp new mod setBg">
        <pc:chgData name="tanaboon tongbuasirilai" userId="3a6fbbe2-a5cd-4f36-96f1-1e3cf3325333" providerId="ADAL" clId="{963B9D49-1855-4010-A068-448FC0C4AA8B}" dt="2024-01-16T07:25:39.340" v="758" actId="1076"/>
        <pc:sldMkLst>
          <pc:docMk/>
          <pc:sldMk cId="3914441917" sldId="300"/>
        </pc:sldMkLst>
        <pc:spChg chg="mod">
          <ac:chgData name="tanaboon tongbuasirilai" userId="3a6fbbe2-a5cd-4f36-96f1-1e3cf3325333" providerId="ADAL" clId="{963B9D49-1855-4010-A068-448FC0C4AA8B}" dt="2024-01-16T07:25:34.784" v="756" actId="26606"/>
          <ac:spMkLst>
            <pc:docMk/>
            <pc:sldMk cId="3914441917" sldId="300"/>
            <ac:spMk id="2" creationId="{49201A35-2436-322B-5E74-C2F7736427E5}"/>
          </ac:spMkLst>
        </pc:spChg>
        <pc:spChg chg="del">
          <ac:chgData name="tanaboon tongbuasirilai" userId="3a6fbbe2-a5cd-4f36-96f1-1e3cf3325333" providerId="ADAL" clId="{963B9D49-1855-4010-A068-448FC0C4AA8B}" dt="2024-01-16T06:34:17.909" v="123" actId="478"/>
          <ac:spMkLst>
            <pc:docMk/>
            <pc:sldMk cId="3914441917" sldId="300"/>
            <ac:spMk id="3" creationId="{74B5D57E-EC72-AE1E-4370-2C12191C3BC2}"/>
          </ac:spMkLst>
        </pc:spChg>
        <pc:spChg chg="add del">
          <ac:chgData name="tanaboon tongbuasirilai" userId="3a6fbbe2-a5cd-4f36-96f1-1e3cf3325333" providerId="ADAL" clId="{963B9D49-1855-4010-A068-448FC0C4AA8B}" dt="2024-01-16T06:34:01.005" v="113" actId="22"/>
          <ac:spMkLst>
            <pc:docMk/>
            <pc:sldMk cId="3914441917" sldId="300"/>
            <ac:spMk id="5" creationId="{9BC0BED2-341C-D36C-1CBF-86A57018196A}"/>
          </ac:spMkLst>
        </pc:spChg>
        <pc:spChg chg="add del">
          <ac:chgData name="tanaboon tongbuasirilai" userId="3a6fbbe2-a5cd-4f36-96f1-1e3cf3325333" providerId="ADAL" clId="{963B9D49-1855-4010-A068-448FC0C4AA8B}" dt="2024-01-16T06:34:03.937" v="115" actId="22"/>
          <ac:spMkLst>
            <pc:docMk/>
            <pc:sldMk cId="3914441917" sldId="300"/>
            <ac:spMk id="7" creationId="{62C6731B-8EAC-7F67-5936-47BA9BEE1D32}"/>
          </ac:spMkLst>
        </pc:spChg>
        <pc:spChg chg="add del mod">
          <ac:chgData name="tanaboon tongbuasirilai" userId="3a6fbbe2-a5cd-4f36-96f1-1e3cf3325333" providerId="ADAL" clId="{963B9D49-1855-4010-A068-448FC0C4AA8B}" dt="2024-01-16T07:25:31.380" v="755" actId="21"/>
          <ac:spMkLst>
            <pc:docMk/>
            <pc:sldMk cId="3914441917" sldId="300"/>
            <ac:spMk id="9" creationId="{5C03DEF4-92E6-08B4-B69D-246454BFF61C}"/>
          </ac:spMkLst>
        </pc:spChg>
        <pc:spChg chg="add mod">
          <ac:chgData name="tanaboon tongbuasirilai" userId="3a6fbbe2-a5cd-4f36-96f1-1e3cf3325333" providerId="ADAL" clId="{963B9D49-1855-4010-A068-448FC0C4AA8B}" dt="2024-01-16T07:25:39.340" v="758" actId="1076"/>
          <ac:spMkLst>
            <pc:docMk/>
            <pc:sldMk cId="3914441917" sldId="300"/>
            <ac:spMk id="10" creationId="{5C03DEF4-92E6-08B4-B69D-246454BFF61C}"/>
          </ac:spMkLst>
        </pc:spChg>
        <pc:spChg chg="add">
          <ac:chgData name="tanaboon tongbuasirilai" userId="3a6fbbe2-a5cd-4f36-96f1-1e3cf3325333" providerId="ADAL" clId="{963B9D49-1855-4010-A068-448FC0C4AA8B}" dt="2024-01-16T07:25:34.784" v="756" actId="26606"/>
          <ac:spMkLst>
            <pc:docMk/>
            <pc:sldMk cId="3914441917" sldId="300"/>
            <ac:spMk id="1031" creationId="{A8384FB5-9ADC-4DDC-881B-597D56F5B15D}"/>
          </ac:spMkLst>
        </pc:spChg>
        <pc:spChg chg="add">
          <ac:chgData name="tanaboon tongbuasirilai" userId="3a6fbbe2-a5cd-4f36-96f1-1e3cf3325333" providerId="ADAL" clId="{963B9D49-1855-4010-A068-448FC0C4AA8B}" dt="2024-01-16T07:25:34.784" v="756" actId="26606"/>
          <ac:spMkLst>
            <pc:docMk/>
            <pc:sldMk cId="3914441917" sldId="300"/>
            <ac:spMk id="1033" creationId="{91E5A9A7-95C6-4F4F-B00E-C82E07FE62EF}"/>
          </ac:spMkLst>
        </pc:spChg>
        <pc:spChg chg="add">
          <ac:chgData name="tanaboon tongbuasirilai" userId="3a6fbbe2-a5cd-4f36-96f1-1e3cf3325333" providerId="ADAL" clId="{963B9D49-1855-4010-A068-448FC0C4AA8B}" dt="2024-01-16T07:25:34.784" v="756" actId="26606"/>
          <ac:spMkLst>
            <pc:docMk/>
            <pc:sldMk cId="3914441917" sldId="300"/>
            <ac:spMk id="1035" creationId="{D07DD2DE-F619-49DD-B5E7-03A290FF4ED1}"/>
          </ac:spMkLst>
        </pc:spChg>
        <pc:spChg chg="add">
          <ac:chgData name="tanaboon tongbuasirilai" userId="3a6fbbe2-a5cd-4f36-96f1-1e3cf3325333" providerId="ADAL" clId="{963B9D49-1855-4010-A068-448FC0C4AA8B}" dt="2024-01-16T07:25:34.784" v="756" actId="26606"/>
          <ac:spMkLst>
            <pc:docMk/>
            <pc:sldMk cId="3914441917" sldId="300"/>
            <ac:spMk id="1037" creationId="{85149191-5F60-4A28-AAFF-039F96B0F3EC}"/>
          </ac:spMkLst>
        </pc:spChg>
        <pc:spChg chg="add">
          <ac:chgData name="tanaboon tongbuasirilai" userId="3a6fbbe2-a5cd-4f36-96f1-1e3cf3325333" providerId="ADAL" clId="{963B9D49-1855-4010-A068-448FC0C4AA8B}" dt="2024-01-16T07:25:34.784" v="756" actId="26606"/>
          <ac:spMkLst>
            <pc:docMk/>
            <pc:sldMk cId="3914441917" sldId="300"/>
            <ac:spMk id="1039" creationId="{F8260ED5-17F7-4158-B241-D51DD4CF1B7E}"/>
          </ac:spMkLst>
        </pc:spChg>
        <pc:picChg chg="add mod">
          <ac:chgData name="tanaboon tongbuasirilai" userId="3a6fbbe2-a5cd-4f36-96f1-1e3cf3325333" providerId="ADAL" clId="{963B9D49-1855-4010-A068-448FC0C4AA8B}" dt="2024-01-16T07:25:34.784" v="756" actId="26606"/>
          <ac:picMkLst>
            <pc:docMk/>
            <pc:sldMk cId="3914441917" sldId="300"/>
            <ac:picMk id="1026" creationId="{C1C8EFE5-3F24-5546-DBE4-B90D5571E37C}"/>
          </ac:picMkLst>
        </pc:picChg>
      </pc:sldChg>
      <pc:sldChg chg="addSp delSp modSp new mod setBg">
        <pc:chgData name="tanaboon tongbuasirilai" userId="3a6fbbe2-a5cd-4f36-96f1-1e3cf3325333" providerId="ADAL" clId="{963B9D49-1855-4010-A068-448FC0C4AA8B}" dt="2024-01-16T09:48:02.213" v="802"/>
        <pc:sldMkLst>
          <pc:docMk/>
          <pc:sldMk cId="3574880007" sldId="301"/>
        </pc:sldMkLst>
        <pc:spChg chg="mod">
          <ac:chgData name="tanaboon tongbuasirilai" userId="3a6fbbe2-a5cd-4f36-96f1-1e3cf3325333" providerId="ADAL" clId="{963B9D49-1855-4010-A068-448FC0C4AA8B}" dt="2024-01-16T09:48:00.078" v="801" actId="26606"/>
          <ac:spMkLst>
            <pc:docMk/>
            <pc:sldMk cId="3574880007" sldId="301"/>
            <ac:spMk id="2" creationId="{CFC5B245-4657-5718-5232-8A9B7587A757}"/>
          </ac:spMkLst>
        </pc:spChg>
        <pc:spChg chg="mod">
          <ac:chgData name="tanaboon tongbuasirilai" userId="3a6fbbe2-a5cd-4f36-96f1-1e3cf3325333" providerId="ADAL" clId="{963B9D49-1855-4010-A068-448FC0C4AA8B}" dt="2024-01-16T09:48:00.078" v="801" actId="26606"/>
          <ac:spMkLst>
            <pc:docMk/>
            <pc:sldMk cId="3574880007" sldId="301"/>
            <ac:spMk id="3" creationId="{5B00DFA6-C0ED-F68B-3692-01E646F185B7}"/>
          </ac:spMkLst>
        </pc:spChg>
        <pc:spChg chg="add del">
          <ac:chgData name="tanaboon tongbuasirilai" userId="3a6fbbe2-a5cd-4f36-96f1-1e3cf3325333" providerId="ADAL" clId="{963B9D49-1855-4010-A068-448FC0C4AA8B}" dt="2024-01-16T09:46:58.815" v="788" actId="22"/>
          <ac:spMkLst>
            <pc:docMk/>
            <pc:sldMk cId="3574880007" sldId="301"/>
            <ac:spMk id="5" creationId="{1E71BE0D-F68E-DA5F-62A0-87C6C95505B1}"/>
          </ac:spMkLst>
        </pc:spChg>
        <pc:spChg chg="add del mod">
          <ac:chgData name="tanaboon tongbuasirilai" userId="3a6fbbe2-a5cd-4f36-96f1-1e3cf3325333" providerId="ADAL" clId="{963B9D49-1855-4010-A068-448FC0C4AA8B}" dt="2024-01-16T09:47:50.157" v="800" actId="21"/>
          <ac:spMkLst>
            <pc:docMk/>
            <pc:sldMk cId="3574880007" sldId="301"/>
            <ac:spMk id="7" creationId="{986C5E41-90A2-B310-A8D5-E672DAA9CBDC}"/>
          </ac:spMkLst>
        </pc:spChg>
        <pc:spChg chg="add">
          <ac:chgData name="tanaboon tongbuasirilai" userId="3a6fbbe2-a5cd-4f36-96f1-1e3cf3325333" providerId="ADAL" clId="{963B9D49-1855-4010-A068-448FC0C4AA8B}" dt="2024-01-16T09:48:00.078" v="801" actId="26606"/>
          <ac:spMkLst>
            <pc:docMk/>
            <pc:sldMk cId="3574880007" sldId="301"/>
            <ac:spMk id="8" creationId="{907EF6B7-1338-4443-8C46-6A318D952DFD}"/>
          </ac:spMkLst>
        </pc:spChg>
        <pc:spChg chg="add mod">
          <ac:chgData name="tanaboon tongbuasirilai" userId="3a6fbbe2-a5cd-4f36-96f1-1e3cf3325333" providerId="ADAL" clId="{963B9D49-1855-4010-A068-448FC0C4AA8B}" dt="2024-01-16T09:48:02.213" v="802"/>
          <ac:spMkLst>
            <pc:docMk/>
            <pc:sldMk cId="3574880007" sldId="301"/>
            <ac:spMk id="9" creationId="{986C5E41-90A2-B310-A8D5-E672DAA9CBDC}"/>
          </ac:spMkLst>
        </pc:spChg>
        <pc:spChg chg="add">
          <ac:chgData name="tanaboon tongbuasirilai" userId="3a6fbbe2-a5cd-4f36-96f1-1e3cf3325333" providerId="ADAL" clId="{963B9D49-1855-4010-A068-448FC0C4AA8B}" dt="2024-01-16T09:48:00.078" v="801" actId="26606"/>
          <ac:spMkLst>
            <pc:docMk/>
            <pc:sldMk cId="3574880007" sldId="301"/>
            <ac:spMk id="10" creationId="{DAAE4CDD-124C-4DCF-9584-B6033B545DD5}"/>
          </ac:spMkLst>
        </pc:spChg>
        <pc:spChg chg="add">
          <ac:chgData name="tanaboon tongbuasirilai" userId="3a6fbbe2-a5cd-4f36-96f1-1e3cf3325333" providerId="ADAL" clId="{963B9D49-1855-4010-A068-448FC0C4AA8B}" dt="2024-01-16T09:48:00.078" v="801" actId="26606"/>
          <ac:spMkLst>
            <pc:docMk/>
            <pc:sldMk cId="3574880007" sldId="301"/>
            <ac:spMk id="12" creationId="{081E4A58-353D-44AE-B2FC-2A74E2E400F7}"/>
          </ac:spMkLst>
        </pc:spChg>
      </pc:sldChg>
      <pc:sldChg chg="addSp delSp modSp new mod setBg">
        <pc:chgData name="tanaboon tongbuasirilai" userId="3a6fbbe2-a5cd-4f36-96f1-1e3cf3325333" providerId="ADAL" clId="{963B9D49-1855-4010-A068-448FC0C4AA8B}" dt="2024-01-16T07:25:58.202" v="760" actId="14100"/>
        <pc:sldMkLst>
          <pc:docMk/>
          <pc:sldMk cId="2414283518" sldId="302"/>
        </pc:sldMkLst>
        <pc:spChg chg="mod">
          <ac:chgData name="tanaboon tongbuasirilai" userId="3a6fbbe2-a5cd-4f36-96f1-1e3cf3325333" providerId="ADAL" clId="{963B9D49-1855-4010-A068-448FC0C4AA8B}" dt="2024-01-16T07:25:53.433" v="759" actId="26606"/>
          <ac:spMkLst>
            <pc:docMk/>
            <pc:sldMk cId="2414283518" sldId="302"/>
            <ac:spMk id="2" creationId="{D8B9F2B3-D320-C26E-77EF-FC9C7D7AF15F}"/>
          </ac:spMkLst>
        </pc:spChg>
        <pc:spChg chg="del">
          <ac:chgData name="tanaboon tongbuasirilai" userId="3a6fbbe2-a5cd-4f36-96f1-1e3cf3325333" providerId="ADAL" clId="{963B9D49-1855-4010-A068-448FC0C4AA8B}" dt="2024-01-16T06:34:39.714" v="130" actId="478"/>
          <ac:spMkLst>
            <pc:docMk/>
            <pc:sldMk cId="2414283518" sldId="302"/>
            <ac:spMk id="3" creationId="{E4EA9ADE-429E-28FE-AD99-CC223C48328B}"/>
          </ac:spMkLst>
        </pc:spChg>
        <pc:spChg chg="add del">
          <ac:chgData name="tanaboon tongbuasirilai" userId="3a6fbbe2-a5cd-4f36-96f1-1e3cf3325333" providerId="ADAL" clId="{963B9D49-1855-4010-A068-448FC0C4AA8B}" dt="2024-01-16T06:52:39.748" v="372" actId="22"/>
          <ac:spMkLst>
            <pc:docMk/>
            <pc:sldMk cId="2414283518" sldId="302"/>
            <ac:spMk id="5" creationId="{79F4361A-4935-90C6-18EF-EABBA60B8D0C}"/>
          </ac:spMkLst>
        </pc:spChg>
        <pc:spChg chg="add mod">
          <ac:chgData name="tanaboon tongbuasirilai" userId="3a6fbbe2-a5cd-4f36-96f1-1e3cf3325333" providerId="ADAL" clId="{963B9D49-1855-4010-A068-448FC0C4AA8B}" dt="2024-01-16T07:25:58.202" v="760" actId="14100"/>
          <ac:spMkLst>
            <pc:docMk/>
            <pc:sldMk cId="2414283518" sldId="302"/>
            <ac:spMk id="7" creationId="{14361379-2B1D-5630-8731-0D0CAF14FCF6}"/>
          </ac:spMkLst>
        </pc:spChg>
        <pc:grpChg chg="add">
          <ac:chgData name="tanaboon tongbuasirilai" userId="3a6fbbe2-a5cd-4f36-96f1-1e3cf3325333" providerId="ADAL" clId="{963B9D49-1855-4010-A068-448FC0C4AA8B}" dt="2024-01-16T07:25:53.433" v="759" actId="26606"/>
          <ac:grpSpMkLst>
            <pc:docMk/>
            <pc:sldMk cId="2414283518" sldId="302"/>
            <ac:grpSpMk id="2055" creationId="{6258F736-B256-8039-9DC6-F4E49A5C5AD5}"/>
          </ac:grpSpMkLst>
        </pc:grpChg>
        <pc:picChg chg="add mod ord">
          <ac:chgData name="tanaboon tongbuasirilai" userId="3a6fbbe2-a5cd-4f36-96f1-1e3cf3325333" providerId="ADAL" clId="{963B9D49-1855-4010-A068-448FC0C4AA8B}" dt="2024-01-16T07:25:53.433" v="759" actId="26606"/>
          <ac:picMkLst>
            <pc:docMk/>
            <pc:sldMk cId="2414283518" sldId="302"/>
            <ac:picMk id="2050" creationId="{F9980584-990F-00F3-B1A3-76EB4C985A07}"/>
          </ac:picMkLst>
        </pc:picChg>
      </pc:sldChg>
      <pc:sldChg chg="addSp delSp modSp new mod ord setBg">
        <pc:chgData name="tanaboon tongbuasirilai" userId="3a6fbbe2-a5cd-4f36-96f1-1e3cf3325333" providerId="ADAL" clId="{963B9D49-1855-4010-A068-448FC0C4AA8B}" dt="2024-01-16T07:25:23.289" v="754"/>
        <pc:sldMkLst>
          <pc:docMk/>
          <pc:sldMk cId="268808015" sldId="303"/>
        </pc:sldMkLst>
        <pc:spChg chg="mod">
          <ac:chgData name="tanaboon tongbuasirilai" userId="3a6fbbe2-a5cd-4f36-96f1-1e3cf3325333" providerId="ADAL" clId="{963B9D49-1855-4010-A068-448FC0C4AA8B}" dt="2024-01-16T07:25:22.038" v="753" actId="26606"/>
          <ac:spMkLst>
            <pc:docMk/>
            <pc:sldMk cId="268808015" sldId="303"/>
            <ac:spMk id="2" creationId="{B2D595A6-5085-B2B3-A32D-1586208C584B}"/>
          </ac:spMkLst>
        </pc:spChg>
        <pc:spChg chg="mod">
          <ac:chgData name="tanaboon tongbuasirilai" userId="3a6fbbe2-a5cd-4f36-96f1-1e3cf3325333" providerId="ADAL" clId="{963B9D49-1855-4010-A068-448FC0C4AA8B}" dt="2024-01-16T07:25:22.038" v="753" actId="26606"/>
          <ac:spMkLst>
            <pc:docMk/>
            <pc:sldMk cId="268808015" sldId="303"/>
            <ac:spMk id="3" creationId="{552FD64C-8443-B028-2A40-F98C1BA30B0B}"/>
          </ac:spMkLst>
        </pc:spChg>
        <pc:spChg chg="add del mod">
          <ac:chgData name="tanaboon tongbuasirilai" userId="3a6fbbe2-a5cd-4f36-96f1-1e3cf3325333" providerId="ADAL" clId="{963B9D49-1855-4010-A068-448FC0C4AA8B}" dt="2024-01-16T07:25:18.576" v="752" actId="21"/>
          <ac:spMkLst>
            <pc:docMk/>
            <pc:sldMk cId="268808015" sldId="303"/>
            <ac:spMk id="4" creationId="{69FF0875-4C5A-0A94-833E-FB1DBA900827}"/>
          </ac:spMkLst>
        </pc:spChg>
        <pc:spChg chg="add mod">
          <ac:chgData name="tanaboon tongbuasirilai" userId="3a6fbbe2-a5cd-4f36-96f1-1e3cf3325333" providerId="ADAL" clId="{963B9D49-1855-4010-A068-448FC0C4AA8B}" dt="2024-01-16T07:25:23.289" v="754"/>
          <ac:spMkLst>
            <pc:docMk/>
            <pc:sldMk cId="268808015" sldId="303"/>
            <ac:spMk id="5" creationId="{69FF0875-4C5A-0A94-833E-FB1DBA900827}"/>
          </ac:spMkLst>
        </pc:spChg>
        <pc:spChg chg="add">
          <ac:chgData name="tanaboon tongbuasirilai" userId="3a6fbbe2-a5cd-4f36-96f1-1e3cf3325333" providerId="ADAL" clId="{963B9D49-1855-4010-A068-448FC0C4AA8B}" dt="2024-01-16T07:25:22.038" v="753" actId="26606"/>
          <ac:spMkLst>
            <pc:docMk/>
            <pc:sldMk cId="268808015" sldId="303"/>
            <ac:spMk id="8" creationId="{907EF6B7-1338-4443-8C46-6A318D952DFD}"/>
          </ac:spMkLst>
        </pc:spChg>
        <pc:spChg chg="add">
          <ac:chgData name="tanaboon tongbuasirilai" userId="3a6fbbe2-a5cd-4f36-96f1-1e3cf3325333" providerId="ADAL" clId="{963B9D49-1855-4010-A068-448FC0C4AA8B}" dt="2024-01-16T07:25:22.038" v="753" actId="26606"/>
          <ac:spMkLst>
            <pc:docMk/>
            <pc:sldMk cId="268808015" sldId="303"/>
            <ac:spMk id="10" creationId="{DAAE4CDD-124C-4DCF-9584-B6033B545DD5}"/>
          </ac:spMkLst>
        </pc:spChg>
        <pc:spChg chg="add">
          <ac:chgData name="tanaboon tongbuasirilai" userId="3a6fbbe2-a5cd-4f36-96f1-1e3cf3325333" providerId="ADAL" clId="{963B9D49-1855-4010-A068-448FC0C4AA8B}" dt="2024-01-16T07:25:22.038" v="753" actId="26606"/>
          <ac:spMkLst>
            <pc:docMk/>
            <pc:sldMk cId="268808015" sldId="303"/>
            <ac:spMk id="12" creationId="{081E4A58-353D-44AE-B2FC-2A74E2E400F7}"/>
          </ac:spMkLst>
        </pc:spChg>
      </pc:sldChg>
      <pc:sldChg chg="addSp delSp modSp new mod setBg">
        <pc:chgData name="tanaboon tongbuasirilai" userId="3a6fbbe2-a5cd-4f36-96f1-1e3cf3325333" providerId="ADAL" clId="{963B9D49-1855-4010-A068-448FC0C4AA8B}" dt="2024-01-16T07:31:09.042" v="761" actId="26606"/>
        <pc:sldMkLst>
          <pc:docMk/>
          <pc:sldMk cId="4120414603" sldId="304"/>
        </pc:sldMkLst>
        <pc:spChg chg="mod">
          <ac:chgData name="tanaboon tongbuasirilai" userId="3a6fbbe2-a5cd-4f36-96f1-1e3cf3325333" providerId="ADAL" clId="{963B9D49-1855-4010-A068-448FC0C4AA8B}" dt="2024-01-16T07:31:09.042" v="761" actId="26606"/>
          <ac:spMkLst>
            <pc:docMk/>
            <pc:sldMk cId="4120414603" sldId="304"/>
            <ac:spMk id="2" creationId="{72217469-A2EA-BBEE-460E-5461622593EB}"/>
          </ac:spMkLst>
        </pc:spChg>
        <pc:spChg chg="del">
          <ac:chgData name="tanaboon tongbuasirilai" userId="3a6fbbe2-a5cd-4f36-96f1-1e3cf3325333" providerId="ADAL" clId="{963B9D49-1855-4010-A068-448FC0C4AA8B}" dt="2024-01-16T06:46:59.491" v="181" actId="478"/>
          <ac:spMkLst>
            <pc:docMk/>
            <pc:sldMk cId="4120414603" sldId="304"/>
            <ac:spMk id="3" creationId="{83527DB0-94BF-5368-A19B-0AC7FA414CD2}"/>
          </ac:spMkLst>
        </pc:spChg>
        <pc:spChg chg="add mod">
          <ac:chgData name="tanaboon tongbuasirilai" userId="3a6fbbe2-a5cd-4f36-96f1-1e3cf3325333" providerId="ADAL" clId="{963B9D49-1855-4010-A068-448FC0C4AA8B}" dt="2024-01-16T07:31:09.042" v="761" actId="26606"/>
          <ac:spMkLst>
            <pc:docMk/>
            <pc:sldMk cId="4120414603" sldId="304"/>
            <ac:spMk id="4" creationId="{5D8E1766-E0F3-46C1-2DC7-D1529D77D5D6}"/>
          </ac:spMkLst>
        </pc:spChg>
        <pc:spChg chg="add mod">
          <ac:chgData name="tanaboon tongbuasirilai" userId="3a6fbbe2-a5cd-4f36-96f1-1e3cf3325333" providerId="ADAL" clId="{963B9D49-1855-4010-A068-448FC0C4AA8B}" dt="2024-01-16T07:31:09.042" v="761" actId="26606"/>
          <ac:spMkLst>
            <pc:docMk/>
            <pc:sldMk cId="4120414603" sldId="304"/>
            <ac:spMk id="7" creationId="{BD43C932-15AA-15BD-45BE-86986A2EE029}"/>
          </ac:spMkLst>
        </pc:spChg>
        <pc:spChg chg="add">
          <ac:chgData name="tanaboon tongbuasirilai" userId="3a6fbbe2-a5cd-4f36-96f1-1e3cf3325333" providerId="ADAL" clId="{963B9D49-1855-4010-A068-448FC0C4AA8B}" dt="2024-01-16T07:31:09.042" v="761" actId="26606"/>
          <ac:spMkLst>
            <pc:docMk/>
            <pc:sldMk cId="4120414603" sldId="304"/>
            <ac:spMk id="3079" creationId="{0D7B6173-1D58-48E2-83CF-37350F315F75}"/>
          </ac:spMkLst>
        </pc:spChg>
        <pc:spChg chg="add">
          <ac:chgData name="tanaboon tongbuasirilai" userId="3a6fbbe2-a5cd-4f36-96f1-1e3cf3325333" providerId="ADAL" clId="{963B9D49-1855-4010-A068-448FC0C4AA8B}" dt="2024-01-16T07:31:09.042" v="761" actId="26606"/>
          <ac:spMkLst>
            <pc:docMk/>
            <pc:sldMk cId="4120414603" sldId="304"/>
            <ac:spMk id="3081" creationId="{3D4464D8-FD41-4EA2-9094-791BB1112FFA}"/>
          </ac:spMkLst>
        </pc:spChg>
        <pc:spChg chg="add">
          <ac:chgData name="tanaboon tongbuasirilai" userId="3a6fbbe2-a5cd-4f36-96f1-1e3cf3325333" providerId="ADAL" clId="{963B9D49-1855-4010-A068-448FC0C4AA8B}" dt="2024-01-16T07:31:09.042" v="761" actId="26606"/>
          <ac:spMkLst>
            <pc:docMk/>
            <pc:sldMk cId="4120414603" sldId="304"/>
            <ac:spMk id="3085" creationId="{21BDEC81-16A7-4451-B893-C15000083B77}"/>
          </ac:spMkLst>
        </pc:spChg>
        <pc:spChg chg="add">
          <ac:chgData name="tanaboon tongbuasirilai" userId="3a6fbbe2-a5cd-4f36-96f1-1e3cf3325333" providerId="ADAL" clId="{963B9D49-1855-4010-A068-448FC0C4AA8B}" dt="2024-01-16T07:31:09.042" v="761" actId="26606"/>
          <ac:spMkLst>
            <pc:docMk/>
            <pc:sldMk cId="4120414603" sldId="304"/>
            <ac:spMk id="3087" creationId="{514A1B69-F82D-4322-9669-42AC0CB70B05}"/>
          </ac:spMkLst>
        </pc:spChg>
        <pc:picChg chg="add mod">
          <ac:chgData name="tanaboon tongbuasirilai" userId="3a6fbbe2-a5cd-4f36-96f1-1e3cf3325333" providerId="ADAL" clId="{963B9D49-1855-4010-A068-448FC0C4AA8B}" dt="2024-01-16T07:31:09.042" v="761" actId="26606"/>
          <ac:picMkLst>
            <pc:docMk/>
            <pc:sldMk cId="4120414603" sldId="304"/>
            <ac:picMk id="3074" creationId="{83045F89-6D0A-18C0-70B9-31F44A2031BA}"/>
          </ac:picMkLst>
        </pc:picChg>
        <pc:picChg chg="add">
          <ac:chgData name="tanaboon tongbuasirilai" userId="3a6fbbe2-a5cd-4f36-96f1-1e3cf3325333" providerId="ADAL" clId="{963B9D49-1855-4010-A068-448FC0C4AA8B}" dt="2024-01-16T07:31:09.042" v="761" actId="26606"/>
          <ac:picMkLst>
            <pc:docMk/>
            <pc:sldMk cId="4120414603" sldId="304"/>
            <ac:picMk id="3083" creationId="{B0DAC8FB-A162-44E3-A606-C855A03A5B09}"/>
          </ac:picMkLst>
        </pc:picChg>
        <pc:cxnChg chg="add mod">
          <ac:chgData name="tanaboon tongbuasirilai" userId="3a6fbbe2-a5cd-4f36-96f1-1e3cf3325333" providerId="ADAL" clId="{963B9D49-1855-4010-A068-448FC0C4AA8B}" dt="2024-01-16T07:31:09.042" v="761" actId="26606"/>
          <ac:cxnSpMkLst>
            <pc:docMk/>
            <pc:sldMk cId="4120414603" sldId="304"/>
            <ac:cxnSpMk id="6" creationId="{E2572979-088C-7F38-4EF7-2A7A36579346}"/>
          </ac:cxnSpMkLst>
        </pc:cxnChg>
      </pc:sldChg>
      <pc:sldChg chg="addSp delSp modSp new mod setBg">
        <pc:chgData name="tanaboon tongbuasirilai" userId="3a6fbbe2-a5cd-4f36-96f1-1e3cf3325333" providerId="ADAL" clId="{963B9D49-1855-4010-A068-448FC0C4AA8B}" dt="2024-01-16T07:31:16.086" v="762" actId="26606"/>
        <pc:sldMkLst>
          <pc:docMk/>
          <pc:sldMk cId="2721942396" sldId="305"/>
        </pc:sldMkLst>
        <pc:spChg chg="mod">
          <ac:chgData name="tanaboon tongbuasirilai" userId="3a6fbbe2-a5cd-4f36-96f1-1e3cf3325333" providerId="ADAL" clId="{963B9D49-1855-4010-A068-448FC0C4AA8B}" dt="2024-01-16T07:31:16.086" v="762" actId="26606"/>
          <ac:spMkLst>
            <pc:docMk/>
            <pc:sldMk cId="2721942396" sldId="305"/>
            <ac:spMk id="2" creationId="{2F054E4B-E12B-3726-A1D3-241596D55075}"/>
          </ac:spMkLst>
        </pc:spChg>
        <pc:spChg chg="del">
          <ac:chgData name="tanaboon tongbuasirilai" userId="3a6fbbe2-a5cd-4f36-96f1-1e3cf3325333" providerId="ADAL" clId="{963B9D49-1855-4010-A068-448FC0C4AA8B}" dt="2024-01-16T06:50:31.991" v="329" actId="478"/>
          <ac:spMkLst>
            <pc:docMk/>
            <pc:sldMk cId="2721942396" sldId="305"/>
            <ac:spMk id="3" creationId="{34D31475-05B3-2BBB-B0FA-8B99A8F6A01F}"/>
          </ac:spMkLst>
        </pc:spChg>
        <pc:spChg chg="add">
          <ac:chgData name="tanaboon tongbuasirilai" userId="3a6fbbe2-a5cd-4f36-96f1-1e3cf3325333" providerId="ADAL" clId="{963B9D49-1855-4010-A068-448FC0C4AA8B}" dt="2024-01-16T07:31:16.086" v="762" actId="26606"/>
          <ac:spMkLst>
            <pc:docMk/>
            <pc:sldMk cId="2721942396" sldId="305"/>
            <ac:spMk id="4103" creationId="{BCED4D40-4B67-4331-AC48-79B82B4A47D8}"/>
          </ac:spMkLst>
        </pc:spChg>
        <pc:spChg chg="add">
          <ac:chgData name="tanaboon tongbuasirilai" userId="3a6fbbe2-a5cd-4f36-96f1-1e3cf3325333" providerId="ADAL" clId="{963B9D49-1855-4010-A068-448FC0C4AA8B}" dt="2024-01-16T07:31:16.086" v="762" actId="26606"/>
          <ac:spMkLst>
            <pc:docMk/>
            <pc:sldMk cId="2721942396" sldId="305"/>
            <ac:spMk id="4105" creationId="{670CEDEF-4F34-412E-84EE-329C1E936AF5}"/>
          </ac:spMkLst>
        </pc:spChg>
        <pc:picChg chg="add mod">
          <ac:chgData name="tanaboon tongbuasirilai" userId="3a6fbbe2-a5cd-4f36-96f1-1e3cf3325333" providerId="ADAL" clId="{963B9D49-1855-4010-A068-448FC0C4AA8B}" dt="2024-01-16T07:31:16.086" v="762" actId="26606"/>
          <ac:picMkLst>
            <pc:docMk/>
            <pc:sldMk cId="2721942396" sldId="305"/>
            <ac:picMk id="4098" creationId="{568C2B86-1580-2C72-A39C-C9FE05941122}"/>
          </ac:picMkLst>
        </pc:picChg>
      </pc:sldChg>
      <pc:sldChg chg="addSp delSp modSp new mod">
        <pc:chgData name="tanaboon tongbuasirilai" userId="3a6fbbe2-a5cd-4f36-96f1-1e3cf3325333" providerId="ADAL" clId="{963B9D49-1855-4010-A068-448FC0C4AA8B}" dt="2024-01-16T07:04:04.282" v="588" actId="20577"/>
        <pc:sldMkLst>
          <pc:docMk/>
          <pc:sldMk cId="2600390951" sldId="306"/>
        </pc:sldMkLst>
        <pc:spChg chg="mod">
          <ac:chgData name="tanaboon tongbuasirilai" userId="3a6fbbe2-a5cd-4f36-96f1-1e3cf3325333" providerId="ADAL" clId="{963B9D49-1855-4010-A068-448FC0C4AA8B}" dt="2024-01-16T06:58:52.569" v="403" actId="20577"/>
          <ac:spMkLst>
            <pc:docMk/>
            <pc:sldMk cId="2600390951" sldId="306"/>
            <ac:spMk id="2" creationId="{A08B0B0E-EA6B-70F4-396E-DD3A2374E171}"/>
          </ac:spMkLst>
        </pc:spChg>
        <pc:spChg chg="del">
          <ac:chgData name="tanaboon tongbuasirilai" userId="3a6fbbe2-a5cd-4f36-96f1-1e3cf3325333" providerId="ADAL" clId="{963B9D49-1855-4010-A068-448FC0C4AA8B}" dt="2024-01-16T06:58:27.952" v="382" actId="478"/>
          <ac:spMkLst>
            <pc:docMk/>
            <pc:sldMk cId="2600390951" sldId="306"/>
            <ac:spMk id="3" creationId="{2F15046C-34B1-FAAB-5E3B-F4DDA5EB3DCC}"/>
          </ac:spMkLst>
        </pc:spChg>
        <pc:spChg chg="add del">
          <ac:chgData name="tanaboon tongbuasirilai" userId="3a6fbbe2-a5cd-4f36-96f1-1e3cf3325333" providerId="ADAL" clId="{963B9D49-1855-4010-A068-448FC0C4AA8B}" dt="2024-01-16T06:58:40.444" v="387" actId="22"/>
          <ac:spMkLst>
            <pc:docMk/>
            <pc:sldMk cId="2600390951" sldId="306"/>
            <ac:spMk id="5" creationId="{EC5A90B9-6794-E905-8760-DC3290E10F7D}"/>
          </ac:spMkLst>
        </pc:spChg>
        <pc:spChg chg="add mod">
          <ac:chgData name="tanaboon tongbuasirilai" userId="3a6fbbe2-a5cd-4f36-96f1-1e3cf3325333" providerId="ADAL" clId="{963B9D49-1855-4010-A068-448FC0C4AA8B}" dt="2024-01-16T06:58:46.763" v="392" actId="1076"/>
          <ac:spMkLst>
            <pc:docMk/>
            <pc:sldMk cId="2600390951" sldId="306"/>
            <ac:spMk id="7" creationId="{FBE8C125-F5B2-ABBB-1E8D-ABAC4B209315}"/>
          </ac:spMkLst>
        </pc:spChg>
        <pc:spChg chg="add mod">
          <ac:chgData name="tanaboon tongbuasirilai" userId="3a6fbbe2-a5cd-4f36-96f1-1e3cf3325333" providerId="ADAL" clId="{963B9D49-1855-4010-A068-448FC0C4AA8B}" dt="2024-01-16T07:04:04.282" v="588" actId="20577"/>
          <ac:spMkLst>
            <pc:docMk/>
            <pc:sldMk cId="2600390951" sldId="306"/>
            <ac:spMk id="8" creationId="{ED9FFF90-DB78-7F31-8FB5-8B9419BE8E51}"/>
          </ac:spMkLst>
        </pc:spChg>
        <pc:spChg chg="add mod">
          <ac:chgData name="tanaboon tongbuasirilai" userId="3a6fbbe2-a5cd-4f36-96f1-1e3cf3325333" providerId="ADAL" clId="{963B9D49-1855-4010-A068-448FC0C4AA8B}" dt="2024-01-16T07:03:27.188" v="581" actId="1076"/>
          <ac:spMkLst>
            <pc:docMk/>
            <pc:sldMk cId="2600390951" sldId="306"/>
            <ac:spMk id="9" creationId="{481E859D-CC2D-5ACC-9E93-555B432D0C2C}"/>
          </ac:spMkLst>
        </pc:spChg>
        <pc:spChg chg="add mod">
          <ac:chgData name="tanaboon tongbuasirilai" userId="3a6fbbe2-a5cd-4f36-96f1-1e3cf3325333" providerId="ADAL" clId="{963B9D49-1855-4010-A068-448FC0C4AA8B}" dt="2024-01-16T07:03:24.604" v="580" actId="14100"/>
          <ac:spMkLst>
            <pc:docMk/>
            <pc:sldMk cId="2600390951" sldId="306"/>
            <ac:spMk id="10" creationId="{A1A5A41A-8719-9A50-0242-78B272C9DF02}"/>
          </ac:spMkLst>
        </pc:spChg>
        <pc:spChg chg="add mod">
          <ac:chgData name="tanaboon tongbuasirilai" userId="3a6fbbe2-a5cd-4f36-96f1-1e3cf3325333" providerId="ADAL" clId="{963B9D49-1855-4010-A068-448FC0C4AA8B}" dt="2024-01-16T07:03:41.044" v="585" actId="14100"/>
          <ac:spMkLst>
            <pc:docMk/>
            <pc:sldMk cId="2600390951" sldId="306"/>
            <ac:spMk id="11" creationId="{990471BF-853F-42AA-E1CB-1BFF3C882502}"/>
          </ac:spMkLst>
        </pc:spChg>
        <pc:picChg chg="add mod">
          <ac:chgData name="tanaboon tongbuasirilai" userId="3a6fbbe2-a5cd-4f36-96f1-1e3cf3325333" providerId="ADAL" clId="{963B9D49-1855-4010-A068-448FC0C4AA8B}" dt="2024-01-16T06:58:48.942" v="393" actId="1076"/>
          <ac:picMkLst>
            <pc:docMk/>
            <pc:sldMk cId="2600390951" sldId="306"/>
            <ac:picMk id="5122" creationId="{6C125DC2-258E-630F-E4BE-FFDE06DF5E73}"/>
          </ac:picMkLst>
        </pc:picChg>
      </pc:sldChg>
      <pc:sldChg chg="addSp delSp modSp new mod">
        <pc:chgData name="tanaboon tongbuasirilai" userId="3a6fbbe2-a5cd-4f36-96f1-1e3cf3325333" providerId="ADAL" clId="{963B9D49-1855-4010-A068-448FC0C4AA8B}" dt="2024-01-16T07:15:22.617" v="716" actId="1076"/>
        <pc:sldMkLst>
          <pc:docMk/>
          <pc:sldMk cId="2352444889" sldId="307"/>
        </pc:sldMkLst>
        <pc:spChg chg="mod">
          <ac:chgData name="tanaboon tongbuasirilai" userId="3a6fbbe2-a5cd-4f36-96f1-1e3cf3325333" providerId="ADAL" clId="{963B9D49-1855-4010-A068-448FC0C4AA8B}" dt="2024-01-16T07:01:20.345" v="415" actId="20577"/>
          <ac:spMkLst>
            <pc:docMk/>
            <pc:sldMk cId="2352444889" sldId="307"/>
            <ac:spMk id="2" creationId="{C0C5FDA2-994B-B39F-023A-729703A21E56}"/>
          </ac:spMkLst>
        </pc:spChg>
        <pc:spChg chg="del">
          <ac:chgData name="tanaboon tongbuasirilai" userId="3a6fbbe2-a5cd-4f36-96f1-1e3cf3325333" providerId="ADAL" clId="{963B9D49-1855-4010-A068-448FC0C4AA8B}" dt="2024-01-16T07:04:48.702" v="590" actId="478"/>
          <ac:spMkLst>
            <pc:docMk/>
            <pc:sldMk cId="2352444889" sldId="307"/>
            <ac:spMk id="3" creationId="{B97AE84E-569E-E8AE-55B3-F7AB75018FB7}"/>
          </ac:spMkLst>
        </pc:spChg>
        <pc:spChg chg="add mod">
          <ac:chgData name="tanaboon tongbuasirilai" userId="3a6fbbe2-a5cd-4f36-96f1-1e3cf3325333" providerId="ADAL" clId="{963B9D49-1855-4010-A068-448FC0C4AA8B}" dt="2024-01-16T07:05:00.929" v="594" actId="13822"/>
          <ac:spMkLst>
            <pc:docMk/>
            <pc:sldMk cId="2352444889" sldId="307"/>
            <ac:spMk id="4" creationId="{FD956AC9-6DEA-0868-A734-9B82CD3C70CC}"/>
          </ac:spMkLst>
        </pc:spChg>
        <pc:spChg chg="add mod">
          <ac:chgData name="tanaboon tongbuasirilai" userId="3a6fbbe2-a5cd-4f36-96f1-1e3cf3325333" providerId="ADAL" clId="{963B9D49-1855-4010-A068-448FC0C4AA8B}" dt="2024-01-16T07:05:12.805" v="596" actId="1582"/>
          <ac:spMkLst>
            <pc:docMk/>
            <pc:sldMk cId="2352444889" sldId="307"/>
            <ac:spMk id="5" creationId="{AD7160C9-5C33-233A-BD12-35D3A427BBFC}"/>
          </ac:spMkLst>
        </pc:spChg>
        <pc:spChg chg="add mod">
          <ac:chgData name="tanaboon tongbuasirilai" userId="3a6fbbe2-a5cd-4f36-96f1-1e3cf3325333" providerId="ADAL" clId="{963B9D49-1855-4010-A068-448FC0C4AA8B}" dt="2024-01-16T07:05:25.202" v="605" actId="1076"/>
          <ac:spMkLst>
            <pc:docMk/>
            <pc:sldMk cId="2352444889" sldId="307"/>
            <ac:spMk id="6" creationId="{DB7BD64F-254F-6EBE-74D2-B8EA96FC5316}"/>
          </ac:spMkLst>
        </pc:spChg>
        <pc:spChg chg="add del">
          <ac:chgData name="tanaboon tongbuasirilai" userId="3a6fbbe2-a5cd-4f36-96f1-1e3cf3325333" providerId="ADAL" clId="{963B9D49-1855-4010-A068-448FC0C4AA8B}" dt="2024-01-16T07:06:00.946" v="611" actId="478"/>
          <ac:spMkLst>
            <pc:docMk/>
            <pc:sldMk cId="2352444889" sldId="307"/>
            <ac:spMk id="11" creationId="{7D4DB1D7-36DB-7939-52E7-E99DF9A45168}"/>
          </ac:spMkLst>
        </pc:spChg>
        <pc:spChg chg="add mod ord">
          <ac:chgData name="tanaboon tongbuasirilai" userId="3a6fbbe2-a5cd-4f36-96f1-1e3cf3325333" providerId="ADAL" clId="{963B9D49-1855-4010-A068-448FC0C4AA8B}" dt="2024-01-16T07:06:56.773" v="619" actId="167"/>
          <ac:spMkLst>
            <pc:docMk/>
            <pc:sldMk cId="2352444889" sldId="307"/>
            <ac:spMk id="12" creationId="{F733B902-182D-AC5B-FA0F-267FA50A10B7}"/>
          </ac:spMkLst>
        </pc:spChg>
        <pc:spChg chg="add mod">
          <ac:chgData name="tanaboon tongbuasirilai" userId="3a6fbbe2-a5cd-4f36-96f1-1e3cf3325333" providerId="ADAL" clId="{963B9D49-1855-4010-A068-448FC0C4AA8B}" dt="2024-01-16T07:08:26.167" v="666" actId="13822"/>
          <ac:spMkLst>
            <pc:docMk/>
            <pc:sldMk cId="2352444889" sldId="307"/>
            <ac:spMk id="19" creationId="{9E5A94EF-8DB4-2E06-4880-E8B622E14A60}"/>
          </ac:spMkLst>
        </pc:spChg>
        <pc:spChg chg="add mod">
          <ac:chgData name="tanaboon tongbuasirilai" userId="3a6fbbe2-a5cd-4f36-96f1-1e3cf3325333" providerId="ADAL" clId="{963B9D49-1855-4010-A068-448FC0C4AA8B}" dt="2024-01-16T07:09:34.697" v="670" actId="1076"/>
          <ac:spMkLst>
            <pc:docMk/>
            <pc:sldMk cId="2352444889" sldId="307"/>
            <ac:spMk id="20" creationId="{59AF7C56-6695-604D-8438-B6A0AB4D94E4}"/>
          </ac:spMkLst>
        </pc:spChg>
        <pc:spChg chg="add mod">
          <ac:chgData name="tanaboon tongbuasirilai" userId="3a6fbbe2-a5cd-4f36-96f1-1e3cf3325333" providerId="ADAL" clId="{963B9D49-1855-4010-A068-448FC0C4AA8B}" dt="2024-01-16T07:11:03.993" v="679" actId="1582"/>
          <ac:spMkLst>
            <pc:docMk/>
            <pc:sldMk cId="2352444889" sldId="307"/>
            <ac:spMk id="21" creationId="{21E9B416-2167-DABC-8CBA-886399E8D4C2}"/>
          </ac:spMkLst>
        </pc:spChg>
        <pc:spChg chg="add mod">
          <ac:chgData name="tanaboon tongbuasirilai" userId="3a6fbbe2-a5cd-4f36-96f1-1e3cf3325333" providerId="ADAL" clId="{963B9D49-1855-4010-A068-448FC0C4AA8B}" dt="2024-01-16T07:14:46.277" v="696" actId="1076"/>
          <ac:spMkLst>
            <pc:docMk/>
            <pc:sldMk cId="2352444889" sldId="307"/>
            <ac:spMk id="22" creationId="{8E0389D2-1916-6315-8266-91609FC87072}"/>
          </ac:spMkLst>
        </pc:spChg>
        <pc:spChg chg="add mod">
          <ac:chgData name="tanaboon tongbuasirilai" userId="3a6fbbe2-a5cd-4f36-96f1-1e3cf3325333" providerId="ADAL" clId="{963B9D49-1855-4010-A068-448FC0C4AA8B}" dt="2024-01-16T07:15:22.617" v="716" actId="1076"/>
          <ac:spMkLst>
            <pc:docMk/>
            <pc:sldMk cId="2352444889" sldId="307"/>
            <ac:spMk id="23" creationId="{AC726C69-EA72-BA7D-D705-1B0123AA2F9E}"/>
          </ac:spMkLst>
        </pc:spChg>
        <pc:spChg chg="add mod">
          <ac:chgData name="tanaboon tongbuasirilai" userId="3a6fbbe2-a5cd-4f36-96f1-1e3cf3325333" providerId="ADAL" clId="{963B9D49-1855-4010-A068-448FC0C4AA8B}" dt="2024-01-16T07:15:19.538" v="715" actId="1076"/>
          <ac:spMkLst>
            <pc:docMk/>
            <pc:sldMk cId="2352444889" sldId="307"/>
            <ac:spMk id="24" creationId="{69B3950F-EE99-C223-BC65-8DDBD78D08CD}"/>
          </ac:spMkLst>
        </pc:spChg>
        <pc:grpChg chg="add mod">
          <ac:chgData name="tanaboon tongbuasirilai" userId="3a6fbbe2-a5cd-4f36-96f1-1e3cf3325333" providerId="ADAL" clId="{963B9D49-1855-4010-A068-448FC0C4AA8B}" dt="2024-01-16T07:07:28.379" v="623" actId="164"/>
          <ac:grpSpMkLst>
            <pc:docMk/>
            <pc:sldMk cId="2352444889" sldId="307"/>
            <ac:grpSpMk id="18" creationId="{71C3C4A0-DE2C-9F15-550E-BF25DE866641}"/>
          </ac:grpSpMkLst>
        </pc:grpChg>
        <pc:cxnChg chg="add mod">
          <ac:chgData name="tanaboon tongbuasirilai" userId="3a6fbbe2-a5cd-4f36-96f1-1e3cf3325333" providerId="ADAL" clId="{963B9D49-1855-4010-A068-448FC0C4AA8B}" dt="2024-01-16T07:07:00.517" v="620" actId="14100"/>
          <ac:cxnSpMkLst>
            <pc:docMk/>
            <pc:sldMk cId="2352444889" sldId="307"/>
            <ac:cxnSpMk id="8" creationId="{DB585526-8FCF-60B9-0DDE-09168BB4C4B2}"/>
          </ac:cxnSpMkLst>
        </pc:cxnChg>
        <pc:cxnChg chg="add del">
          <ac:chgData name="tanaboon tongbuasirilai" userId="3a6fbbe2-a5cd-4f36-96f1-1e3cf3325333" providerId="ADAL" clId="{963B9D49-1855-4010-A068-448FC0C4AA8B}" dt="2024-01-16T07:05:53.881" v="609" actId="478"/>
          <ac:cxnSpMkLst>
            <pc:docMk/>
            <pc:sldMk cId="2352444889" sldId="307"/>
            <ac:cxnSpMk id="10" creationId="{D8ED1B1E-EE68-56D0-08DA-34F41AA7B71F}"/>
          </ac:cxnSpMkLst>
        </pc:cxnChg>
        <pc:cxnChg chg="add mod">
          <ac:chgData name="tanaboon tongbuasirilai" userId="3a6fbbe2-a5cd-4f36-96f1-1e3cf3325333" providerId="ADAL" clId="{963B9D49-1855-4010-A068-448FC0C4AA8B}" dt="2024-01-16T07:07:40.421" v="625" actId="693"/>
          <ac:cxnSpMkLst>
            <pc:docMk/>
            <pc:sldMk cId="2352444889" sldId="307"/>
            <ac:cxnSpMk id="15" creationId="{62F05760-5918-E0FB-70A5-FACC757C530D}"/>
          </ac:cxnSpMkLst>
        </pc:cxnChg>
        <pc:cxnChg chg="add mod">
          <ac:chgData name="tanaboon tongbuasirilai" userId="3a6fbbe2-a5cd-4f36-96f1-1e3cf3325333" providerId="ADAL" clId="{963B9D49-1855-4010-A068-448FC0C4AA8B}" dt="2024-01-16T07:07:40.421" v="625" actId="693"/>
          <ac:cxnSpMkLst>
            <pc:docMk/>
            <pc:sldMk cId="2352444889" sldId="307"/>
            <ac:cxnSpMk id="17" creationId="{C1203157-3F98-6C97-942C-80612EBCFC1D}"/>
          </ac:cxnSpMkLst>
        </pc:cxnChg>
      </pc:sldChg>
      <pc:sldChg chg="addSp delSp modSp new mod setBg">
        <pc:chgData name="tanaboon tongbuasirilai" userId="3a6fbbe2-a5cd-4f36-96f1-1e3cf3325333" providerId="ADAL" clId="{963B9D49-1855-4010-A068-448FC0C4AA8B}" dt="2024-01-16T07:22:57.570" v="750" actId="26606"/>
        <pc:sldMkLst>
          <pc:docMk/>
          <pc:sldMk cId="3831069314" sldId="308"/>
        </pc:sldMkLst>
        <pc:spChg chg="mod ord">
          <ac:chgData name="tanaboon tongbuasirilai" userId="3a6fbbe2-a5cd-4f36-96f1-1e3cf3325333" providerId="ADAL" clId="{963B9D49-1855-4010-A068-448FC0C4AA8B}" dt="2024-01-16T07:22:57.570" v="750" actId="26606"/>
          <ac:spMkLst>
            <pc:docMk/>
            <pc:sldMk cId="3831069314" sldId="308"/>
            <ac:spMk id="2" creationId="{8A7BC2E6-3154-5EAF-3FE2-EB5DFBCF51E7}"/>
          </ac:spMkLst>
        </pc:spChg>
        <pc:spChg chg="del">
          <ac:chgData name="tanaboon tongbuasirilai" userId="3a6fbbe2-a5cd-4f36-96f1-1e3cf3325333" providerId="ADAL" clId="{963B9D49-1855-4010-A068-448FC0C4AA8B}" dt="2024-01-16T07:22:04.304" v="719" actId="478"/>
          <ac:spMkLst>
            <pc:docMk/>
            <pc:sldMk cId="3831069314" sldId="308"/>
            <ac:spMk id="3" creationId="{40A32726-37AB-53A1-119F-FA055BAAA9B5}"/>
          </ac:spMkLst>
        </pc:spChg>
        <pc:spChg chg="add">
          <ac:chgData name="tanaboon tongbuasirilai" userId="3a6fbbe2-a5cd-4f36-96f1-1e3cf3325333" providerId="ADAL" clId="{963B9D49-1855-4010-A068-448FC0C4AA8B}" dt="2024-01-16T07:22:57.570" v="750" actId="26606"/>
          <ac:spMkLst>
            <pc:docMk/>
            <pc:sldMk cId="3831069314" sldId="308"/>
            <ac:spMk id="12" creationId="{3B47FC9C-2ED3-4100-A4EF-E8CDFEE106C9}"/>
          </ac:spMkLst>
        </pc:spChg>
        <pc:picChg chg="add mod ord">
          <ac:chgData name="tanaboon tongbuasirilai" userId="3a6fbbe2-a5cd-4f36-96f1-1e3cf3325333" providerId="ADAL" clId="{963B9D49-1855-4010-A068-448FC0C4AA8B}" dt="2024-01-16T07:22:57.570" v="750" actId="26606"/>
          <ac:picMkLst>
            <pc:docMk/>
            <pc:sldMk cId="3831069314" sldId="308"/>
            <ac:picMk id="5" creationId="{899764FE-27F7-6318-1679-49286F2ADB42}"/>
          </ac:picMkLst>
        </pc:picChg>
        <pc:picChg chg="add mod">
          <ac:chgData name="tanaboon tongbuasirilai" userId="3a6fbbe2-a5cd-4f36-96f1-1e3cf3325333" providerId="ADAL" clId="{963B9D49-1855-4010-A068-448FC0C4AA8B}" dt="2024-01-16T07:22:57.570" v="750" actId="26606"/>
          <ac:picMkLst>
            <pc:docMk/>
            <pc:sldMk cId="3831069314" sldId="308"/>
            <ac:picMk id="7" creationId="{730580BF-8727-E9EC-8731-1C5257CCE79B}"/>
          </ac:picMkLst>
        </pc:picChg>
      </pc:sldChg>
      <pc:sldChg chg="addSp delSp modSp new mod">
        <pc:chgData name="tanaboon tongbuasirilai" userId="3a6fbbe2-a5cd-4f36-96f1-1e3cf3325333" providerId="ADAL" clId="{963B9D49-1855-4010-A068-448FC0C4AA8B}" dt="2024-01-16T08:23:59.674" v="781" actId="1076"/>
        <pc:sldMkLst>
          <pc:docMk/>
          <pc:sldMk cId="1359998057" sldId="309"/>
        </pc:sldMkLst>
        <pc:spChg chg="mod">
          <ac:chgData name="tanaboon tongbuasirilai" userId="3a6fbbe2-a5cd-4f36-96f1-1e3cf3325333" providerId="ADAL" clId="{963B9D49-1855-4010-A068-448FC0C4AA8B}" dt="2024-01-16T08:23:45.930" v="776" actId="20577"/>
          <ac:spMkLst>
            <pc:docMk/>
            <pc:sldMk cId="1359998057" sldId="309"/>
            <ac:spMk id="2" creationId="{ED8E6EE1-1FB9-DDE8-2B42-F17BA7C3035D}"/>
          </ac:spMkLst>
        </pc:spChg>
        <pc:spChg chg="del">
          <ac:chgData name="tanaboon tongbuasirilai" userId="3a6fbbe2-a5cd-4f36-96f1-1e3cf3325333" providerId="ADAL" clId="{963B9D49-1855-4010-A068-448FC0C4AA8B}" dt="2024-01-16T08:23:48.124" v="777" actId="478"/>
          <ac:spMkLst>
            <pc:docMk/>
            <pc:sldMk cId="1359998057" sldId="309"/>
            <ac:spMk id="3" creationId="{14B2E79F-1343-C9EF-CFA4-7032F4B7D6BA}"/>
          </ac:spMkLst>
        </pc:spChg>
        <pc:spChg chg="add mod">
          <ac:chgData name="tanaboon tongbuasirilai" userId="3a6fbbe2-a5cd-4f36-96f1-1e3cf3325333" providerId="ADAL" clId="{963B9D49-1855-4010-A068-448FC0C4AA8B}" dt="2024-01-16T08:23:59.674" v="781" actId="1076"/>
          <ac:spMkLst>
            <pc:docMk/>
            <pc:sldMk cId="1359998057" sldId="309"/>
            <ac:spMk id="5" creationId="{9AB7AA82-D64B-BC36-D004-56ACCC8BFA9F}"/>
          </ac:spMkLst>
        </pc:spChg>
      </pc:sldChg>
      <pc:sldChg chg="addSp delSp modSp new mod setBg">
        <pc:chgData name="tanaboon tongbuasirilai" userId="3a6fbbe2-a5cd-4f36-96f1-1e3cf3325333" providerId="ADAL" clId="{963B9D49-1855-4010-A068-448FC0C4AA8B}" dt="2024-01-16T09:58:21.972" v="1165" actId="26606"/>
        <pc:sldMkLst>
          <pc:docMk/>
          <pc:sldMk cId="938651551" sldId="310"/>
        </pc:sldMkLst>
        <pc:spChg chg="mod">
          <ac:chgData name="tanaboon tongbuasirilai" userId="3a6fbbe2-a5cd-4f36-96f1-1e3cf3325333" providerId="ADAL" clId="{963B9D49-1855-4010-A068-448FC0C4AA8B}" dt="2024-01-16T09:58:21.972" v="1165" actId="26606"/>
          <ac:spMkLst>
            <pc:docMk/>
            <pc:sldMk cId="938651551" sldId="310"/>
            <ac:spMk id="2" creationId="{1E3FC22E-520B-AE9C-9D54-322876447F81}"/>
          </ac:spMkLst>
        </pc:spChg>
        <pc:spChg chg="del">
          <ac:chgData name="tanaboon tongbuasirilai" userId="3a6fbbe2-a5cd-4f36-96f1-1e3cf3325333" providerId="ADAL" clId="{963B9D49-1855-4010-A068-448FC0C4AA8B}" dt="2024-01-16T09:49:30.195" v="804" actId="478"/>
          <ac:spMkLst>
            <pc:docMk/>
            <pc:sldMk cId="938651551" sldId="310"/>
            <ac:spMk id="3" creationId="{2792E7BF-3D55-D708-0355-133010E50206}"/>
          </ac:spMkLst>
        </pc:spChg>
        <pc:spChg chg="add mod">
          <ac:chgData name="tanaboon tongbuasirilai" userId="3a6fbbe2-a5cd-4f36-96f1-1e3cf3325333" providerId="ADAL" clId="{963B9D49-1855-4010-A068-448FC0C4AA8B}" dt="2024-01-16T09:58:21.972" v="1165" actId="26606"/>
          <ac:spMkLst>
            <pc:docMk/>
            <pc:sldMk cId="938651551" sldId="310"/>
            <ac:spMk id="6" creationId="{2684D2B1-DC73-A696-145C-FC59BAC96156}"/>
          </ac:spMkLst>
        </pc:spChg>
        <pc:spChg chg="add mod">
          <ac:chgData name="tanaboon tongbuasirilai" userId="3a6fbbe2-a5cd-4f36-96f1-1e3cf3325333" providerId="ADAL" clId="{963B9D49-1855-4010-A068-448FC0C4AA8B}" dt="2024-01-16T09:58:21.972" v="1165" actId="26606"/>
          <ac:spMkLst>
            <pc:docMk/>
            <pc:sldMk cId="938651551" sldId="310"/>
            <ac:spMk id="9" creationId="{C3A398D9-8AA5-5245-D78D-7164AE824049}"/>
          </ac:spMkLst>
        </pc:spChg>
        <pc:spChg chg="add mod">
          <ac:chgData name="tanaboon tongbuasirilai" userId="3a6fbbe2-a5cd-4f36-96f1-1e3cf3325333" providerId="ADAL" clId="{963B9D49-1855-4010-A068-448FC0C4AA8B}" dt="2024-01-16T09:58:21.972" v="1165" actId="26606"/>
          <ac:spMkLst>
            <pc:docMk/>
            <pc:sldMk cId="938651551" sldId="310"/>
            <ac:spMk id="12" creationId="{AAB65F13-C030-F523-5A46-518CB1A4629E}"/>
          </ac:spMkLst>
        </pc:spChg>
        <pc:spChg chg="add">
          <ac:chgData name="tanaboon tongbuasirilai" userId="3a6fbbe2-a5cd-4f36-96f1-1e3cf3325333" providerId="ADAL" clId="{963B9D49-1855-4010-A068-448FC0C4AA8B}" dt="2024-01-16T09:58:21.972" v="1165" actId="26606"/>
          <ac:spMkLst>
            <pc:docMk/>
            <pc:sldMk cId="938651551" sldId="310"/>
            <ac:spMk id="17" creationId="{7301F447-EEF7-48F5-AF73-7566EE7F64AD}"/>
          </ac:spMkLst>
        </pc:spChg>
        <pc:spChg chg="add">
          <ac:chgData name="tanaboon tongbuasirilai" userId="3a6fbbe2-a5cd-4f36-96f1-1e3cf3325333" providerId="ADAL" clId="{963B9D49-1855-4010-A068-448FC0C4AA8B}" dt="2024-01-16T09:58:21.972" v="1165" actId="26606"/>
          <ac:spMkLst>
            <pc:docMk/>
            <pc:sldMk cId="938651551" sldId="310"/>
            <ac:spMk id="19" creationId="{F7117410-A2A4-4085-9ADC-46744551DBDE}"/>
          </ac:spMkLst>
        </pc:spChg>
        <pc:spChg chg="add">
          <ac:chgData name="tanaboon tongbuasirilai" userId="3a6fbbe2-a5cd-4f36-96f1-1e3cf3325333" providerId="ADAL" clId="{963B9D49-1855-4010-A068-448FC0C4AA8B}" dt="2024-01-16T09:58:21.972" v="1165" actId="26606"/>
          <ac:spMkLst>
            <pc:docMk/>
            <pc:sldMk cId="938651551" sldId="310"/>
            <ac:spMk id="21" creationId="{99F74EB5-E547-4FB4-95F5-BCC788F3C4A0}"/>
          </ac:spMkLst>
        </pc:spChg>
        <pc:picChg chg="add mod">
          <ac:chgData name="tanaboon tongbuasirilai" userId="3a6fbbe2-a5cd-4f36-96f1-1e3cf3325333" providerId="ADAL" clId="{963B9D49-1855-4010-A068-448FC0C4AA8B}" dt="2024-01-16T09:58:21.972" v="1165" actId="26606"/>
          <ac:picMkLst>
            <pc:docMk/>
            <pc:sldMk cId="938651551" sldId="310"/>
            <ac:picMk id="5" creationId="{C7F40EE5-3917-F6A0-DBE3-56C0CF2DE7C3}"/>
          </ac:picMkLst>
        </pc:picChg>
        <pc:cxnChg chg="add mod">
          <ac:chgData name="tanaboon tongbuasirilai" userId="3a6fbbe2-a5cd-4f36-96f1-1e3cf3325333" providerId="ADAL" clId="{963B9D49-1855-4010-A068-448FC0C4AA8B}" dt="2024-01-16T09:58:21.972" v="1165" actId="26606"/>
          <ac:cxnSpMkLst>
            <pc:docMk/>
            <pc:sldMk cId="938651551" sldId="310"/>
            <ac:cxnSpMk id="8" creationId="{8B007621-9053-A677-DD18-3E915B85A053}"/>
          </ac:cxnSpMkLst>
        </pc:cxnChg>
        <pc:cxnChg chg="add mod">
          <ac:chgData name="tanaboon tongbuasirilai" userId="3a6fbbe2-a5cd-4f36-96f1-1e3cf3325333" providerId="ADAL" clId="{963B9D49-1855-4010-A068-448FC0C4AA8B}" dt="2024-01-16T09:58:21.972" v="1165" actId="26606"/>
          <ac:cxnSpMkLst>
            <pc:docMk/>
            <pc:sldMk cId="938651551" sldId="310"/>
            <ac:cxnSpMk id="11" creationId="{4CFA2E63-8ECD-D47B-5063-BA712A1C49E3}"/>
          </ac:cxnSpMkLst>
        </pc:cxnChg>
      </pc:sldChg>
      <pc:sldChg chg="addSp delSp modSp new mod setBg">
        <pc:chgData name="tanaboon tongbuasirilai" userId="3a6fbbe2-a5cd-4f36-96f1-1e3cf3325333" providerId="ADAL" clId="{963B9D49-1855-4010-A068-448FC0C4AA8B}" dt="2024-01-16T09:58:12.774" v="1164" actId="207"/>
        <pc:sldMkLst>
          <pc:docMk/>
          <pc:sldMk cId="3116316528" sldId="311"/>
        </pc:sldMkLst>
        <pc:spChg chg="mod">
          <ac:chgData name="tanaboon tongbuasirilai" userId="3a6fbbe2-a5cd-4f36-96f1-1e3cf3325333" providerId="ADAL" clId="{963B9D49-1855-4010-A068-448FC0C4AA8B}" dt="2024-01-16T09:57:46.891" v="1156" actId="26606"/>
          <ac:spMkLst>
            <pc:docMk/>
            <pc:sldMk cId="3116316528" sldId="311"/>
            <ac:spMk id="2" creationId="{FC897850-7A81-9CB4-76AC-EF5810751942}"/>
          </ac:spMkLst>
        </pc:spChg>
        <pc:spChg chg="del">
          <ac:chgData name="tanaboon tongbuasirilai" userId="3a6fbbe2-a5cd-4f36-96f1-1e3cf3325333" providerId="ADAL" clId="{963B9D49-1855-4010-A068-448FC0C4AA8B}" dt="2024-01-16T09:53:36.822" v="981" actId="478"/>
          <ac:spMkLst>
            <pc:docMk/>
            <pc:sldMk cId="3116316528" sldId="311"/>
            <ac:spMk id="3" creationId="{C781FE58-1277-A184-7C83-E5698CB59B2C}"/>
          </ac:spMkLst>
        </pc:spChg>
        <pc:spChg chg="add mod">
          <ac:chgData name="tanaboon tongbuasirilai" userId="3a6fbbe2-a5cd-4f36-96f1-1e3cf3325333" providerId="ADAL" clId="{963B9D49-1855-4010-A068-448FC0C4AA8B}" dt="2024-01-16T09:58:12.774" v="1164" actId="207"/>
          <ac:spMkLst>
            <pc:docMk/>
            <pc:sldMk cId="3116316528" sldId="311"/>
            <ac:spMk id="7" creationId="{0FDB4053-314B-8511-98DF-DF386E62DD76}"/>
          </ac:spMkLst>
        </pc:spChg>
        <pc:spChg chg="add mod">
          <ac:chgData name="tanaboon tongbuasirilai" userId="3a6fbbe2-a5cd-4f36-96f1-1e3cf3325333" providerId="ADAL" clId="{963B9D49-1855-4010-A068-448FC0C4AA8B}" dt="2024-01-16T09:57:46.891" v="1156" actId="26606"/>
          <ac:spMkLst>
            <pc:docMk/>
            <pc:sldMk cId="3116316528" sldId="311"/>
            <ac:spMk id="12" creationId="{FF112B3A-DDB9-6C9C-DF90-C57465A22EBA}"/>
          </ac:spMkLst>
        </pc:spChg>
        <pc:spChg chg="add mod">
          <ac:chgData name="tanaboon tongbuasirilai" userId="3a6fbbe2-a5cd-4f36-96f1-1e3cf3325333" providerId="ADAL" clId="{963B9D49-1855-4010-A068-448FC0C4AA8B}" dt="2024-01-16T09:57:46.891" v="1156" actId="26606"/>
          <ac:spMkLst>
            <pc:docMk/>
            <pc:sldMk cId="3116316528" sldId="311"/>
            <ac:spMk id="13" creationId="{99252C9F-067F-A51B-AF6C-D4F116EFCF69}"/>
          </ac:spMkLst>
        </pc:spChg>
        <pc:spChg chg="add mod">
          <ac:chgData name="tanaboon tongbuasirilai" userId="3a6fbbe2-a5cd-4f36-96f1-1e3cf3325333" providerId="ADAL" clId="{963B9D49-1855-4010-A068-448FC0C4AA8B}" dt="2024-01-16T09:58:01.604" v="1163" actId="207"/>
          <ac:spMkLst>
            <pc:docMk/>
            <pc:sldMk cId="3116316528" sldId="311"/>
            <ac:spMk id="18" creationId="{EB544DF3-D966-ECA0-6834-F9CA6187C8AB}"/>
          </ac:spMkLst>
        </pc:spChg>
        <pc:spChg chg="add">
          <ac:chgData name="tanaboon tongbuasirilai" userId="3a6fbbe2-a5cd-4f36-96f1-1e3cf3325333" providerId="ADAL" clId="{963B9D49-1855-4010-A068-448FC0C4AA8B}" dt="2024-01-16T09:57:46.891" v="1156" actId="26606"/>
          <ac:spMkLst>
            <pc:docMk/>
            <pc:sldMk cId="3116316528" sldId="311"/>
            <ac:spMk id="23" creationId="{AE2B703B-46F9-481A-A605-82E2A828C4FA}"/>
          </ac:spMkLst>
        </pc:spChg>
        <pc:spChg chg="add">
          <ac:chgData name="tanaboon tongbuasirilai" userId="3a6fbbe2-a5cd-4f36-96f1-1e3cf3325333" providerId="ADAL" clId="{963B9D49-1855-4010-A068-448FC0C4AA8B}" dt="2024-01-16T09:57:46.891" v="1156" actId="26606"/>
          <ac:spMkLst>
            <pc:docMk/>
            <pc:sldMk cId="3116316528" sldId="311"/>
            <ac:spMk id="25" creationId="{F13BE4D7-0C3D-4906-B230-A1C5B4665CCF}"/>
          </ac:spMkLst>
        </pc:spChg>
        <pc:picChg chg="add mod">
          <ac:chgData name="tanaboon tongbuasirilai" userId="3a6fbbe2-a5cd-4f36-96f1-1e3cf3325333" providerId="ADAL" clId="{963B9D49-1855-4010-A068-448FC0C4AA8B}" dt="2024-01-16T09:57:54.977" v="1160" actId="27614"/>
          <ac:picMkLst>
            <pc:docMk/>
            <pc:sldMk cId="3116316528" sldId="311"/>
            <ac:picMk id="5" creationId="{876952CB-F11E-D5D8-89A1-B5D9AAB16B13}"/>
          </ac:picMkLst>
        </pc:picChg>
        <pc:picChg chg="add mod">
          <ac:chgData name="tanaboon tongbuasirilai" userId="3a6fbbe2-a5cd-4f36-96f1-1e3cf3325333" providerId="ADAL" clId="{963B9D49-1855-4010-A068-448FC0C4AA8B}" dt="2024-01-16T09:57:54.707" v="1158" actId="27614"/>
          <ac:picMkLst>
            <pc:docMk/>
            <pc:sldMk cId="3116316528" sldId="311"/>
            <ac:picMk id="9" creationId="{CBF66B96-3E95-F057-5E2C-E40EDC1F9A0B}"/>
          </ac:picMkLst>
        </pc:picChg>
        <pc:cxnChg chg="add mod">
          <ac:chgData name="tanaboon tongbuasirilai" userId="3a6fbbe2-a5cd-4f36-96f1-1e3cf3325333" providerId="ADAL" clId="{963B9D49-1855-4010-A068-448FC0C4AA8B}" dt="2024-01-16T09:57:46.891" v="1156" actId="26606"/>
          <ac:cxnSpMkLst>
            <pc:docMk/>
            <pc:sldMk cId="3116316528" sldId="311"/>
            <ac:cxnSpMk id="6" creationId="{33444966-BD55-C7E4-1B42-81B2D510D0CA}"/>
          </ac:cxnSpMkLst>
        </pc:cxnChg>
        <pc:cxnChg chg="add mod">
          <ac:chgData name="tanaboon tongbuasirilai" userId="3a6fbbe2-a5cd-4f36-96f1-1e3cf3325333" providerId="ADAL" clId="{963B9D49-1855-4010-A068-448FC0C4AA8B}" dt="2024-01-16T09:57:46.891" v="1156" actId="26606"/>
          <ac:cxnSpMkLst>
            <pc:docMk/>
            <pc:sldMk cId="3116316528" sldId="311"/>
            <ac:cxnSpMk id="10" creationId="{7714A01F-59EB-A927-5834-7575C81A2058}"/>
          </ac:cxnSpMkLst>
        </pc:cxnChg>
        <pc:cxnChg chg="add mod">
          <ac:chgData name="tanaboon tongbuasirilai" userId="3a6fbbe2-a5cd-4f36-96f1-1e3cf3325333" providerId="ADAL" clId="{963B9D49-1855-4010-A068-448FC0C4AA8B}" dt="2024-01-16T09:57:46.891" v="1156" actId="26606"/>
          <ac:cxnSpMkLst>
            <pc:docMk/>
            <pc:sldMk cId="3116316528" sldId="311"/>
            <ac:cxnSpMk id="14" creationId="{726BF99D-4A83-4D03-4473-1641E02FB113}"/>
          </ac:cxnSpMkLst>
        </pc:cxnChg>
        <pc:cxnChg chg="add mod">
          <ac:chgData name="tanaboon tongbuasirilai" userId="3a6fbbe2-a5cd-4f36-96f1-1e3cf3325333" providerId="ADAL" clId="{963B9D49-1855-4010-A068-448FC0C4AA8B}" dt="2024-01-16T09:57:46.891" v="1156" actId="26606"/>
          <ac:cxnSpMkLst>
            <pc:docMk/>
            <pc:sldMk cId="3116316528" sldId="311"/>
            <ac:cxnSpMk id="16" creationId="{92FCB4E6-499B-0977-182E-B36C92A0408B}"/>
          </ac:cxnSpMkLst>
        </pc:cxnChg>
      </pc:sldChg>
      <pc:sldChg chg="addSp delSp modSp new mod setBg">
        <pc:chgData name="tanaboon tongbuasirilai" userId="3a6fbbe2-a5cd-4f36-96f1-1e3cf3325333" providerId="ADAL" clId="{963B9D49-1855-4010-A068-448FC0C4AA8B}" dt="2024-01-16T10:23:22.617" v="1442" actId="1076"/>
        <pc:sldMkLst>
          <pc:docMk/>
          <pc:sldMk cId="682205416" sldId="312"/>
        </pc:sldMkLst>
        <pc:spChg chg="mod">
          <ac:chgData name="tanaboon tongbuasirilai" userId="3a6fbbe2-a5cd-4f36-96f1-1e3cf3325333" providerId="ADAL" clId="{963B9D49-1855-4010-A068-448FC0C4AA8B}" dt="2024-01-16T10:23:16.475" v="1440" actId="26606"/>
          <ac:spMkLst>
            <pc:docMk/>
            <pc:sldMk cId="682205416" sldId="312"/>
            <ac:spMk id="2" creationId="{9563BB2A-E187-C23A-08D1-27FD693E20DB}"/>
          </ac:spMkLst>
        </pc:spChg>
        <pc:spChg chg="del mod">
          <ac:chgData name="tanaboon tongbuasirilai" userId="3a6fbbe2-a5cd-4f36-96f1-1e3cf3325333" providerId="ADAL" clId="{963B9D49-1855-4010-A068-448FC0C4AA8B}" dt="2024-01-16T10:23:16.475" v="1440" actId="26606"/>
          <ac:spMkLst>
            <pc:docMk/>
            <pc:sldMk cId="682205416" sldId="312"/>
            <ac:spMk id="3" creationId="{575A35D4-BB85-2D1C-3521-197EEE5AAAB8}"/>
          </ac:spMkLst>
        </pc:spChg>
        <pc:spChg chg="add del mod">
          <ac:chgData name="tanaboon tongbuasirilai" userId="3a6fbbe2-a5cd-4f36-96f1-1e3cf3325333" providerId="ADAL" clId="{963B9D49-1855-4010-A068-448FC0C4AA8B}" dt="2024-01-16T10:23:12.218" v="1439" actId="21"/>
          <ac:spMkLst>
            <pc:docMk/>
            <pc:sldMk cId="682205416" sldId="312"/>
            <ac:spMk id="4" creationId="{1835F2CC-EDEB-3A6C-DAA2-61314040C7F5}"/>
          </ac:spMkLst>
        </pc:spChg>
        <pc:spChg chg="add mod">
          <ac:chgData name="tanaboon tongbuasirilai" userId="3a6fbbe2-a5cd-4f36-96f1-1e3cf3325333" providerId="ADAL" clId="{963B9D49-1855-4010-A068-448FC0C4AA8B}" dt="2024-01-16T10:23:22.617" v="1442" actId="1076"/>
          <ac:spMkLst>
            <pc:docMk/>
            <pc:sldMk cId="682205416" sldId="312"/>
            <ac:spMk id="6" creationId="{1835F2CC-EDEB-3A6C-DAA2-61314040C7F5}"/>
          </ac:spMkLst>
        </pc:spChg>
        <pc:spChg chg="add">
          <ac:chgData name="tanaboon tongbuasirilai" userId="3a6fbbe2-a5cd-4f36-96f1-1e3cf3325333" providerId="ADAL" clId="{963B9D49-1855-4010-A068-448FC0C4AA8B}" dt="2024-01-16T10:23:16.475" v="1440" actId="26606"/>
          <ac:spMkLst>
            <pc:docMk/>
            <pc:sldMk cId="682205416" sldId="312"/>
            <ac:spMk id="9" creationId="{7301F447-EEF7-48F5-AF73-7566EE7F64AD}"/>
          </ac:spMkLst>
        </pc:spChg>
        <pc:spChg chg="add">
          <ac:chgData name="tanaboon tongbuasirilai" userId="3a6fbbe2-a5cd-4f36-96f1-1e3cf3325333" providerId="ADAL" clId="{963B9D49-1855-4010-A068-448FC0C4AA8B}" dt="2024-01-16T10:23:16.475" v="1440" actId="26606"/>
          <ac:spMkLst>
            <pc:docMk/>
            <pc:sldMk cId="682205416" sldId="312"/>
            <ac:spMk id="11" creationId="{F7117410-A2A4-4085-9ADC-46744551DBDE}"/>
          </ac:spMkLst>
        </pc:spChg>
        <pc:spChg chg="add">
          <ac:chgData name="tanaboon tongbuasirilai" userId="3a6fbbe2-a5cd-4f36-96f1-1e3cf3325333" providerId="ADAL" clId="{963B9D49-1855-4010-A068-448FC0C4AA8B}" dt="2024-01-16T10:23:16.475" v="1440" actId="26606"/>
          <ac:spMkLst>
            <pc:docMk/>
            <pc:sldMk cId="682205416" sldId="312"/>
            <ac:spMk id="13" creationId="{99F74EB5-E547-4FB4-95F5-BCC788F3C4A0}"/>
          </ac:spMkLst>
        </pc:spChg>
        <pc:graphicFrameChg chg="add">
          <ac:chgData name="tanaboon tongbuasirilai" userId="3a6fbbe2-a5cd-4f36-96f1-1e3cf3325333" providerId="ADAL" clId="{963B9D49-1855-4010-A068-448FC0C4AA8B}" dt="2024-01-16T10:23:16.475" v="1440" actId="26606"/>
          <ac:graphicFrameMkLst>
            <pc:docMk/>
            <pc:sldMk cId="682205416" sldId="312"/>
            <ac:graphicFrameMk id="5" creationId="{FB4C501B-CE23-C701-02B5-FAC3F316051F}"/>
          </ac:graphicFrameMkLst>
        </pc:graphicFrameChg>
      </pc:sldChg>
      <pc:sldChg chg="addSp delSp modSp new mod setBg">
        <pc:chgData name="tanaboon tongbuasirilai" userId="3a6fbbe2-a5cd-4f36-96f1-1e3cf3325333" providerId="ADAL" clId="{963B9D49-1855-4010-A068-448FC0C4AA8B}" dt="2024-01-16T10:24:23.451" v="1466" actId="27614"/>
        <pc:sldMkLst>
          <pc:docMk/>
          <pc:sldMk cId="372347057" sldId="313"/>
        </pc:sldMkLst>
        <pc:spChg chg="mod">
          <ac:chgData name="tanaboon tongbuasirilai" userId="3a6fbbe2-a5cd-4f36-96f1-1e3cf3325333" providerId="ADAL" clId="{963B9D49-1855-4010-A068-448FC0C4AA8B}" dt="2024-01-16T10:24:20.815" v="1465" actId="26606"/>
          <ac:spMkLst>
            <pc:docMk/>
            <pc:sldMk cId="372347057" sldId="313"/>
            <ac:spMk id="2" creationId="{D9AC8D05-2F79-149E-649F-3BE5B6747A69}"/>
          </ac:spMkLst>
        </pc:spChg>
        <pc:spChg chg="del">
          <ac:chgData name="tanaboon tongbuasirilai" userId="3a6fbbe2-a5cd-4f36-96f1-1e3cf3325333" providerId="ADAL" clId="{963B9D49-1855-4010-A068-448FC0C4AA8B}" dt="2024-01-16T10:24:00.327" v="1462" actId="478"/>
          <ac:spMkLst>
            <pc:docMk/>
            <pc:sldMk cId="372347057" sldId="313"/>
            <ac:spMk id="3" creationId="{38C77A61-71B2-C15F-5AAE-A0B268D12076}"/>
          </ac:spMkLst>
        </pc:spChg>
        <pc:spChg chg="add">
          <ac:chgData name="tanaboon tongbuasirilai" userId="3a6fbbe2-a5cd-4f36-96f1-1e3cf3325333" providerId="ADAL" clId="{963B9D49-1855-4010-A068-448FC0C4AA8B}" dt="2024-01-16T10:24:20.815" v="1465" actId="26606"/>
          <ac:spMkLst>
            <pc:docMk/>
            <pc:sldMk cId="372347057" sldId="313"/>
            <ac:spMk id="10" creationId="{D4771268-CB57-404A-9271-370EB28F6090}"/>
          </ac:spMkLst>
        </pc:spChg>
        <pc:picChg chg="add mod">
          <ac:chgData name="tanaboon tongbuasirilai" userId="3a6fbbe2-a5cd-4f36-96f1-1e3cf3325333" providerId="ADAL" clId="{963B9D49-1855-4010-A068-448FC0C4AA8B}" dt="2024-01-16T10:24:23.451" v="1466" actId="27614"/>
          <ac:picMkLst>
            <pc:docMk/>
            <pc:sldMk cId="372347057" sldId="313"/>
            <ac:picMk id="5" creationId="{F5E4D351-E083-5233-17B9-17FBAC15663B}"/>
          </ac:picMkLst>
        </pc:picChg>
      </pc:sldChg>
      <pc:sldChg chg="addSp delSp modSp new mod setBg">
        <pc:chgData name="tanaboon tongbuasirilai" userId="3a6fbbe2-a5cd-4f36-96f1-1e3cf3325333" providerId="ADAL" clId="{963B9D49-1855-4010-A068-448FC0C4AA8B}" dt="2024-01-16T10:25:19.840" v="1497" actId="26606"/>
        <pc:sldMkLst>
          <pc:docMk/>
          <pc:sldMk cId="3533746076" sldId="314"/>
        </pc:sldMkLst>
        <pc:spChg chg="mod">
          <ac:chgData name="tanaboon tongbuasirilai" userId="3a6fbbe2-a5cd-4f36-96f1-1e3cf3325333" providerId="ADAL" clId="{963B9D49-1855-4010-A068-448FC0C4AA8B}" dt="2024-01-16T10:25:19.840" v="1497" actId="26606"/>
          <ac:spMkLst>
            <pc:docMk/>
            <pc:sldMk cId="3533746076" sldId="314"/>
            <ac:spMk id="2" creationId="{BA534D76-FFE2-4DEC-4B6C-993CECCC3A0D}"/>
          </ac:spMkLst>
        </pc:spChg>
        <pc:spChg chg="del">
          <ac:chgData name="tanaboon tongbuasirilai" userId="3a6fbbe2-a5cd-4f36-96f1-1e3cf3325333" providerId="ADAL" clId="{963B9D49-1855-4010-A068-448FC0C4AA8B}" dt="2024-01-16T10:24:37.047" v="1492" actId="478"/>
          <ac:spMkLst>
            <pc:docMk/>
            <pc:sldMk cId="3533746076" sldId="314"/>
            <ac:spMk id="3" creationId="{A15360DB-2C28-9EAA-9BC8-CD0316D7E647}"/>
          </ac:spMkLst>
        </pc:spChg>
        <pc:spChg chg="add">
          <ac:chgData name="tanaboon tongbuasirilai" userId="3a6fbbe2-a5cd-4f36-96f1-1e3cf3325333" providerId="ADAL" clId="{963B9D49-1855-4010-A068-448FC0C4AA8B}" dt="2024-01-16T10:25:19.840" v="1497" actId="26606"/>
          <ac:spMkLst>
            <pc:docMk/>
            <pc:sldMk cId="3533746076" sldId="314"/>
            <ac:spMk id="12" creationId="{96646FC9-C66D-4EC7-8310-0DD4ACC49C6C}"/>
          </ac:spMkLst>
        </pc:spChg>
        <pc:spChg chg="add">
          <ac:chgData name="tanaboon tongbuasirilai" userId="3a6fbbe2-a5cd-4f36-96f1-1e3cf3325333" providerId="ADAL" clId="{963B9D49-1855-4010-A068-448FC0C4AA8B}" dt="2024-01-16T10:25:19.840" v="1497" actId="26606"/>
          <ac:spMkLst>
            <pc:docMk/>
            <pc:sldMk cId="3533746076" sldId="314"/>
            <ac:spMk id="14" creationId="{A3473CF9-37EB-43E7-89EF-D2D1C53D1DAC}"/>
          </ac:spMkLst>
        </pc:spChg>
        <pc:spChg chg="add">
          <ac:chgData name="tanaboon tongbuasirilai" userId="3a6fbbe2-a5cd-4f36-96f1-1e3cf3325333" providerId="ADAL" clId="{963B9D49-1855-4010-A068-448FC0C4AA8B}" dt="2024-01-16T10:25:19.840" v="1497" actId="26606"/>
          <ac:spMkLst>
            <pc:docMk/>
            <pc:sldMk cId="3533746076" sldId="314"/>
            <ac:spMk id="16" creationId="{586B4EF9-43BA-4655-A6FF-1D8E21574C95}"/>
          </ac:spMkLst>
        </pc:spChg>
        <pc:picChg chg="add mod">
          <ac:chgData name="tanaboon tongbuasirilai" userId="3a6fbbe2-a5cd-4f36-96f1-1e3cf3325333" providerId="ADAL" clId="{963B9D49-1855-4010-A068-448FC0C4AA8B}" dt="2024-01-16T10:25:19.840" v="1497" actId="26606"/>
          <ac:picMkLst>
            <pc:docMk/>
            <pc:sldMk cId="3533746076" sldId="314"/>
            <ac:picMk id="5" creationId="{C4377C7F-0B69-A3DD-527E-9520FC3DEAF9}"/>
          </ac:picMkLst>
        </pc:picChg>
        <pc:picChg chg="add mod">
          <ac:chgData name="tanaboon tongbuasirilai" userId="3a6fbbe2-a5cd-4f36-96f1-1e3cf3325333" providerId="ADAL" clId="{963B9D49-1855-4010-A068-448FC0C4AA8B}" dt="2024-01-16T10:25:19.840" v="1497" actId="26606"/>
          <ac:picMkLst>
            <pc:docMk/>
            <pc:sldMk cId="3533746076" sldId="314"/>
            <ac:picMk id="7" creationId="{D3C7D153-731D-BC78-F018-B4D0E4C5BF30}"/>
          </ac:picMkLst>
        </pc:picChg>
      </pc:sldChg>
      <pc:sldChg chg="addSp delSp modSp new mod">
        <pc:chgData name="tanaboon tongbuasirilai" userId="3a6fbbe2-a5cd-4f36-96f1-1e3cf3325333" providerId="ADAL" clId="{963B9D49-1855-4010-A068-448FC0C4AA8B}" dt="2024-01-16T10:28:17.909" v="1587" actId="1076"/>
        <pc:sldMkLst>
          <pc:docMk/>
          <pc:sldMk cId="569649265" sldId="315"/>
        </pc:sldMkLst>
        <pc:spChg chg="mod">
          <ac:chgData name="tanaboon tongbuasirilai" userId="3a6fbbe2-a5cd-4f36-96f1-1e3cf3325333" providerId="ADAL" clId="{963B9D49-1855-4010-A068-448FC0C4AA8B}" dt="2024-01-16T10:26:02.754" v="1528" actId="20577"/>
          <ac:spMkLst>
            <pc:docMk/>
            <pc:sldMk cId="569649265" sldId="315"/>
            <ac:spMk id="2" creationId="{D4781915-5CBE-9DFC-9BE8-922739975972}"/>
          </ac:spMkLst>
        </pc:spChg>
        <pc:spChg chg="del">
          <ac:chgData name="tanaboon tongbuasirilai" userId="3a6fbbe2-a5cd-4f36-96f1-1e3cf3325333" providerId="ADAL" clId="{963B9D49-1855-4010-A068-448FC0C4AA8B}" dt="2024-01-16T10:26:06.876" v="1529" actId="478"/>
          <ac:spMkLst>
            <pc:docMk/>
            <pc:sldMk cId="569649265" sldId="315"/>
            <ac:spMk id="3" creationId="{3D1123AE-43ED-C839-105B-CB40E82A884D}"/>
          </ac:spMkLst>
        </pc:spChg>
        <pc:spChg chg="add mod">
          <ac:chgData name="tanaboon tongbuasirilai" userId="3a6fbbe2-a5cd-4f36-96f1-1e3cf3325333" providerId="ADAL" clId="{963B9D49-1855-4010-A068-448FC0C4AA8B}" dt="2024-01-16T10:28:15.537" v="1586" actId="1076"/>
          <ac:spMkLst>
            <pc:docMk/>
            <pc:sldMk cId="569649265" sldId="315"/>
            <ac:spMk id="8" creationId="{C93AAB7B-3D10-2DB5-9B3C-9C7F30EFFA26}"/>
          </ac:spMkLst>
        </pc:spChg>
        <pc:spChg chg="add mod">
          <ac:chgData name="tanaboon tongbuasirilai" userId="3a6fbbe2-a5cd-4f36-96f1-1e3cf3325333" providerId="ADAL" clId="{963B9D49-1855-4010-A068-448FC0C4AA8B}" dt="2024-01-16T10:28:17.909" v="1587" actId="1076"/>
          <ac:spMkLst>
            <pc:docMk/>
            <pc:sldMk cId="569649265" sldId="315"/>
            <ac:spMk id="9" creationId="{2B5550C4-F061-C7E5-E8A3-AFA469C40289}"/>
          </ac:spMkLst>
        </pc:spChg>
        <pc:picChg chg="add mod">
          <ac:chgData name="tanaboon tongbuasirilai" userId="3a6fbbe2-a5cd-4f36-96f1-1e3cf3325333" providerId="ADAL" clId="{963B9D49-1855-4010-A068-448FC0C4AA8B}" dt="2024-01-16T10:28:13.968" v="1585" actId="1076"/>
          <ac:picMkLst>
            <pc:docMk/>
            <pc:sldMk cId="569649265" sldId="315"/>
            <ac:picMk id="5" creationId="{2D9C501D-D11F-DDCB-9193-2590C458DFA9}"/>
          </ac:picMkLst>
        </pc:picChg>
        <pc:picChg chg="add mod">
          <ac:chgData name="tanaboon tongbuasirilai" userId="3a6fbbe2-a5cd-4f36-96f1-1e3cf3325333" providerId="ADAL" clId="{963B9D49-1855-4010-A068-448FC0C4AA8B}" dt="2024-01-16T10:28:09.675" v="1583" actId="1076"/>
          <ac:picMkLst>
            <pc:docMk/>
            <pc:sldMk cId="569649265" sldId="315"/>
            <ac:picMk id="7" creationId="{9DCB05FF-B02F-3B86-998B-D633647685D0}"/>
          </ac:picMkLst>
        </pc:picChg>
      </pc:sldChg>
    </pc:docChg>
  </pc:docChgLst>
  <pc:docChgLst>
    <pc:chgData name="Tanaboon TONGBUASIRILAI" userId="3a6fbbe2-a5cd-4f36-96f1-1e3cf3325333" providerId="ADAL" clId="{F2E21778-E2E1-45C8-99A1-468555135AD2}"/>
    <pc:docChg chg="undo custSel addSld delSld modSld">
      <pc:chgData name="Tanaboon TONGBUASIRILAI" userId="3a6fbbe2-a5cd-4f36-96f1-1e3cf3325333" providerId="ADAL" clId="{F2E21778-E2E1-45C8-99A1-468555135AD2}" dt="2024-01-01T11:42:29.571" v="1324" actId="20577"/>
      <pc:docMkLst>
        <pc:docMk/>
      </pc:docMkLst>
      <pc:sldChg chg="modSp mod">
        <pc:chgData name="Tanaboon TONGBUASIRILAI" userId="3a6fbbe2-a5cd-4f36-96f1-1e3cf3325333" providerId="ADAL" clId="{F2E21778-E2E1-45C8-99A1-468555135AD2}" dt="2024-01-01T05:37:17.550" v="1" actId="20577"/>
        <pc:sldMkLst>
          <pc:docMk/>
          <pc:sldMk cId="3144241888" sldId="257"/>
        </pc:sldMkLst>
        <pc:spChg chg="mod">
          <ac:chgData name="Tanaboon TONGBUASIRILAI" userId="3a6fbbe2-a5cd-4f36-96f1-1e3cf3325333" providerId="ADAL" clId="{F2E21778-E2E1-45C8-99A1-468555135AD2}" dt="2024-01-01T05:37:17.550" v="1" actId="20577"/>
          <ac:spMkLst>
            <pc:docMk/>
            <pc:sldMk cId="3144241888" sldId="257"/>
            <ac:spMk id="3" creationId="{B10197EC-F6A4-8ADD-8624-50B344133D48}"/>
          </ac:spMkLst>
        </pc:spChg>
      </pc:sldChg>
      <pc:sldChg chg="del">
        <pc:chgData name="Tanaboon TONGBUASIRILAI" userId="3a6fbbe2-a5cd-4f36-96f1-1e3cf3325333" providerId="ADAL" clId="{F2E21778-E2E1-45C8-99A1-468555135AD2}" dt="2024-01-01T11:42:23.736" v="1320" actId="47"/>
        <pc:sldMkLst>
          <pc:docMk/>
          <pc:sldMk cId="3063084721" sldId="272"/>
        </pc:sldMkLst>
      </pc:sldChg>
      <pc:sldChg chg="addSp modSp mod setBg">
        <pc:chgData name="Tanaboon TONGBUASIRILAI" userId="3a6fbbe2-a5cd-4f36-96f1-1e3cf3325333" providerId="ADAL" clId="{F2E21778-E2E1-45C8-99A1-468555135AD2}" dt="2024-01-01T07:10:36.894" v="104" actId="403"/>
        <pc:sldMkLst>
          <pc:docMk/>
          <pc:sldMk cId="4221483010" sldId="279"/>
        </pc:sldMkLst>
        <pc:spChg chg="mod">
          <ac:chgData name="Tanaboon TONGBUASIRILAI" userId="3a6fbbe2-a5cd-4f36-96f1-1e3cf3325333" providerId="ADAL" clId="{F2E21778-E2E1-45C8-99A1-468555135AD2}" dt="2024-01-01T07:10:27.867" v="94" actId="26606"/>
          <ac:spMkLst>
            <pc:docMk/>
            <pc:sldMk cId="4221483010" sldId="279"/>
            <ac:spMk id="2" creationId="{A969ED9C-BF09-43C7-11D9-27BF619EC430}"/>
          </ac:spMkLst>
        </pc:spChg>
        <pc:spChg chg="mod ord">
          <ac:chgData name="Tanaboon TONGBUASIRILAI" userId="3a6fbbe2-a5cd-4f36-96f1-1e3cf3325333" providerId="ADAL" clId="{F2E21778-E2E1-45C8-99A1-468555135AD2}" dt="2024-01-01T07:10:36.894" v="104" actId="403"/>
          <ac:spMkLst>
            <pc:docMk/>
            <pc:sldMk cId="4221483010" sldId="279"/>
            <ac:spMk id="3" creationId="{9C69EB12-1230-8352-A669-45D4FD30AE46}"/>
          </ac:spMkLst>
        </pc:spChg>
        <pc:spChg chg="add">
          <ac:chgData name="Tanaboon TONGBUASIRILAI" userId="3a6fbbe2-a5cd-4f36-96f1-1e3cf3325333" providerId="ADAL" clId="{F2E21778-E2E1-45C8-99A1-468555135AD2}" dt="2024-01-01T07:10:27.867" v="94" actId="26606"/>
          <ac:spMkLst>
            <pc:docMk/>
            <pc:sldMk cId="4221483010" sldId="279"/>
            <ac:spMk id="1031" creationId="{2EB492CD-616E-47F8-933B-5E2D952A0593}"/>
          </ac:spMkLst>
        </pc:spChg>
        <pc:spChg chg="add">
          <ac:chgData name="Tanaboon TONGBUASIRILAI" userId="3a6fbbe2-a5cd-4f36-96f1-1e3cf3325333" providerId="ADAL" clId="{F2E21778-E2E1-45C8-99A1-468555135AD2}" dt="2024-01-01T07:10:27.867" v="94" actId="26606"/>
          <ac:spMkLst>
            <pc:docMk/>
            <pc:sldMk cId="4221483010" sldId="279"/>
            <ac:spMk id="1033" creationId="{59383CF9-23B5-4335-9B21-1791C4CF1C75}"/>
          </ac:spMkLst>
        </pc:spChg>
        <pc:spChg chg="add">
          <ac:chgData name="Tanaboon TONGBUASIRILAI" userId="3a6fbbe2-a5cd-4f36-96f1-1e3cf3325333" providerId="ADAL" clId="{F2E21778-E2E1-45C8-99A1-468555135AD2}" dt="2024-01-01T07:10:27.867" v="94" actId="26606"/>
          <ac:spMkLst>
            <pc:docMk/>
            <pc:sldMk cId="4221483010" sldId="279"/>
            <ac:spMk id="1035" creationId="{0007FE00-9498-4706-B255-6437B0252C02}"/>
          </ac:spMkLst>
        </pc:spChg>
        <pc:picChg chg="add mod">
          <ac:chgData name="Tanaboon TONGBUASIRILAI" userId="3a6fbbe2-a5cd-4f36-96f1-1e3cf3325333" providerId="ADAL" clId="{F2E21778-E2E1-45C8-99A1-468555135AD2}" dt="2024-01-01T07:10:27.867" v="94" actId="26606"/>
          <ac:picMkLst>
            <pc:docMk/>
            <pc:sldMk cId="4221483010" sldId="279"/>
            <ac:picMk id="1026" creationId="{50ABBDA3-E690-3B58-7CD8-4EADB824F48E}"/>
          </ac:picMkLst>
        </pc:picChg>
      </pc:sldChg>
      <pc:sldChg chg="addSp delSp modSp new mod setBg setClrOvrMap">
        <pc:chgData name="Tanaboon TONGBUASIRILAI" userId="3a6fbbe2-a5cd-4f36-96f1-1e3cf3325333" providerId="ADAL" clId="{F2E21778-E2E1-45C8-99A1-468555135AD2}" dt="2024-01-01T11:28:11.980" v="1306" actId="20577"/>
        <pc:sldMkLst>
          <pc:docMk/>
          <pc:sldMk cId="483221523" sldId="280"/>
        </pc:sldMkLst>
        <pc:spChg chg="mod">
          <ac:chgData name="Tanaboon TONGBUASIRILAI" userId="3a6fbbe2-a5cd-4f36-96f1-1e3cf3325333" providerId="ADAL" clId="{F2E21778-E2E1-45C8-99A1-468555135AD2}" dt="2024-01-01T11:28:11.980" v="1306" actId="20577"/>
          <ac:spMkLst>
            <pc:docMk/>
            <pc:sldMk cId="483221523" sldId="280"/>
            <ac:spMk id="2" creationId="{71DBF925-084A-17E8-C29A-2D80277BAD14}"/>
          </ac:spMkLst>
        </pc:spChg>
        <pc:spChg chg="del">
          <ac:chgData name="Tanaboon TONGBUASIRILAI" userId="3a6fbbe2-a5cd-4f36-96f1-1e3cf3325333" providerId="ADAL" clId="{F2E21778-E2E1-45C8-99A1-468555135AD2}" dt="2024-01-01T07:14:26.470" v="197" actId="478"/>
          <ac:spMkLst>
            <pc:docMk/>
            <pc:sldMk cId="483221523" sldId="280"/>
            <ac:spMk id="3" creationId="{F58BAB24-4011-8E54-74E5-842D8725C1C6}"/>
          </ac:spMkLst>
        </pc:spChg>
        <pc:spChg chg="add">
          <ac:chgData name="Tanaboon TONGBUASIRILAI" userId="3a6fbbe2-a5cd-4f36-96f1-1e3cf3325333" providerId="ADAL" clId="{F2E21778-E2E1-45C8-99A1-468555135AD2}" dt="2024-01-01T07:17:44.246" v="268" actId="26606"/>
          <ac:spMkLst>
            <pc:docMk/>
            <pc:sldMk cId="483221523" sldId="280"/>
            <ac:spMk id="7" creationId="{FFD48BC7-DC40-47DE-87EE-9F4B6ECB9ABB}"/>
          </ac:spMkLst>
        </pc:spChg>
        <pc:spChg chg="add del">
          <ac:chgData name="Tanaboon TONGBUASIRILAI" userId="3a6fbbe2-a5cd-4f36-96f1-1e3cf3325333" providerId="ADAL" clId="{F2E21778-E2E1-45C8-99A1-468555135AD2}" dt="2024-01-01T07:17:37.645" v="267" actId="26606"/>
          <ac:spMkLst>
            <pc:docMk/>
            <pc:sldMk cId="483221523" sldId="280"/>
            <ac:spMk id="8" creationId="{71B2258F-86CA-4D4D-8270-BC05FCDEBFB3}"/>
          </ac:spMkLst>
        </pc:spChg>
        <pc:spChg chg="add">
          <ac:chgData name="Tanaboon TONGBUASIRILAI" userId="3a6fbbe2-a5cd-4f36-96f1-1e3cf3325333" providerId="ADAL" clId="{F2E21778-E2E1-45C8-99A1-468555135AD2}" dt="2024-01-01T07:17:44.246" v="268" actId="26606"/>
          <ac:spMkLst>
            <pc:docMk/>
            <pc:sldMk cId="483221523" sldId="280"/>
            <ac:spMk id="9" creationId="{E502BBC7-2C76-46F3-BC24-5985BC13DB88}"/>
          </ac:spMkLst>
        </pc:spChg>
        <pc:spChg chg="add">
          <ac:chgData name="Tanaboon TONGBUASIRILAI" userId="3a6fbbe2-a5cd-4f36-96f1-1e3cf3325333" providerId="ADAL" clId="{F2E21778-E2E1-45C8-99A1-468555135AD2}" dt="2024-01-01T07:17:44.246" v="268" actId="26606"/>
          <ac:spMkLst>
            <pc:docMk/>
            <pc:sldMk cId="483221523" sldId="280"/>
            <ac:spMk id="11" creationId="{C7F28D52-2A5F-4D23-81AE-7CB8B591C7AF}"/>
          </ac:spMkLst>
        </pc:spChg>
        <pc:spChg chg="add">
          <ac:chgData name="Tanaboon TONGBUASIRILAI" userId="3a6fbbe2-a5cd-4f36-96f1-1e3cf3325333" providerId="ADAL" clId="{F2E21778-E2E1-45C8-99A1-468555135AD2}" dt="2024-01-01T07:17:44.246" v="268" actId="26606"/>
          <ac:spMkLst>
            <pc:docMk/>
            <pc:sldMk cId="483221523" sldId="280"/>
            <ac:spMk id="13" creationId="{3629484E-3792-4B3D-89AD-7C8A1ED0E0D4}"/>
          </ac:spMkLst>
        </pc:spChg>
        <pc:picChg chg="add del">
          <ac:chgData name="Tanaboon TONGBUASIRILAI" userId="3a6fbbe2-a5cd-4f36-96f1-1e3cf3325333" providerId="ADAL" clId="{F2E21778-E2E1-45C8-99A1-468555135AD2}" dt="2024-01-01T07:17:37.645" v="267" actId="26606"/>
          <ac:picMkLst>
            <pc:docMk/>
            <pc:sldMk cId="483221523" sldId="280"/>
            <ac:picMk id="4" creationId="{CEC9D5C2-5AF3-445E-4C1C-74254070E5B4}"/>
          </ac:picMkLst>
        </pc:picChg>
      </pc:sldChg>
      <pc:sldChg chg="addSp delSp modSp new mod setBg">
        <pc:chgData name="Tanaboon TONGBUASIRILAI" userId="3a6fbbe2-a5cd-4f36-96f1-1e3cf3325333" providerId="ADAL" clId="{F2E21778-E2E1-45C8-99A1-468555135AD2}" dt="2024-01-01T11:28:49.276" v="1318" actId="20577"/>
        <pc:sldMkLst>
          <pc:docMk/>
          <pc:sldMk cId="2931753984" sldId="281"/>
        </pc:sldMkLst>
        <pc:spChg chg="mod">
          <ac:chgData name="Tanaboon TONGBUASIRILAI" userId="3a6fbbe2-a5cd-4f36-96f1-1e3cf3325333" providerId="ADAL" clId="{F2E21778-E2E1-45C8-99A1-468555135AD2}" dt="2024-01-01T07:29:27.193" v="703" actId="26606"/>
          <ac:spMkLst>
            <pc:docMk/>
            <pc:sldMk cId="2931753984" sldId="281"/>
            <ac:spMk id="2" creationId="{6E653CA8-881C-CA35-CEBD-CB7971600DC3}"/>
          </ac:spMkLst>
        </pc:spChg>
        <pc:spChg chg="add del mod">
          <ac:chgData name="Tanaboon TONGBUASIRILAI" userId="3a6fbbe2-a5cd-4f36-96f1-1e3cf3325333" providerId="ADAL" clId="{F2E21778-E2E1-45C8-99A1-468555135AD2}" dt="2024-01-01T07:29:27.249" v="704" actId="26606"/>
          <ac:spMkLst>
            <pc:docMk/>
            <pc:sldMk cId="2931753984" sldId="281"/>
            <ac:spMk id="3" creationId="{98875AF6-3A24-A04E-CEE1-2D1EE32CCBF8}"/>
          </ac:spMkLst>
        </pc:spChg>
        <pc:spChg chg="add del">
          <ac:chgData name="Tanaboon TONGBUASIRILAI" userId="3a6fbbe2-a5cd-4f36-96f1-1e3cf3325333" providerId="ADAL" clId="{F2E21778-E2E1-45C8-99A1-468555135AD2}" dt="2024-01-01T07:28:56.389" v="695" actId="26606"/>
          <ac:spMkLst>
            <pc:docMk/>
            <pc:sldMk cId="2931753984" sldId="281"/>
            <ac:spMk id="9" creationId="{C0763A76-9F1C-4FC5-82B7-DD475DA461B2}"/>
          </ac:spMkLst>
        </pc:spChg>
        <pc:spChg chg="add del">
          <ac:chgData name="Tanaboon TONGBUASIRILAI" userId="3a6fbbe2-a5cd-4f36-96f1-1e3cf3325333" providerId="ADAL" clId="{F2E21778-E2E1-45C8-99A1-468555135AD2}" dt="2024-01-01T07:28:58.896" v="697" actId="26606"/>
          <ac:spMkLst>
            <pc:docMk/>
            <pc:sldMk cId="2931753984" sldId="281"/>
            <ac:spMk id="10" creationId="{CB6E2F43-29E9-49D9-91FC-E5FEFAAA70DE}"/>
          </ac:spMkLst>
        </pc:spChg>
        <pc:spChg chg="add del">
          <ac:chgData name="Tanaboon TONGBUASIRILAI" userId="3a6fbbe2-a5cd-4f36-96f1-1e3cf3325333" providerId="ADAL" clId="{F2E21778-E2E1-45C8-99A1-468555135AD2}" dt="2024-01-01T07:28:56.389" v="695" actId="26606"/>
          <ac:spMkLst>
            <pc:docMk/>
            <pc:sldMk cId="2931753984" sldId="281"/>
            <ac:spMk id="11" creationId="{E81BF4F6-F2CF-4984-9D14-D6966D92F99F}"/>
          </ac:spMkLst>
        </pc:spChg>
        <pc:spChg chg="add del">
          <ac:chgData name="Tanaboon TONGBUASIRILAI" userId="3a6fbbe2-a5cd-4f36-96f1-1e3cf3325333" providerId="ADAL" clId="{F2E21778-E2E1-45C8-99A1-468555135AD2}" dt="2024-01-01T07:28:58.896" v="697" actId="26606"/>
          <ac:spMkLst>
            <pc:docMk/>
            <pc:sldMk cId="2931753984" sldId="281"/>
            <ac:spMk id="12" creationId="{3BA62E19-CD42-4C09-B825-844B4943D49D}"/>
          </ac:spMkLst>
        </pc:spChg>
        <pc:spChg chg="add del">
          <ac:chgData name="Tanaboon TONGBUASIRILAI" userId="3a6fbbe2-a5cd-4f36-96f1-1e3cf3325333" providerId="ADAL" clId="{F2E21778-E2E1-45C8-99A1-468555135AD2}" dt="2024-01-01T07:29:27.193" v="703" actId="26606"/>
          <ac:spMkLst>
            <pc:docMk/>
            <pc:sldMk cId="2931753984" sldId="281"/>
            <ac:spMk id="13" creationId="{AAD0DBB9-1A4B-4391-81D4-CB19F9AB918A}"/>
          </ac:spMkLst>
        </pc:spChg>
        <pc:spChg chg="add del">
          <ac:chgData name="Tanaboon TONGBUASIRILAI" userId="3a6fbbe2-a5cd-4f36-96f1-1e3cf3325333" providerId="ADAL" clId="{F2E21778-E2E1-45C8-99A1-468555135AD2}" dt="2024-01-01T07:28:58.896" v="697" actId="26606"/>
          <ac:spMkLst>
            <pc:docMk/>
            <pc:sldMk cId="2931753984" sldId="281"/>
            <ac:spMk id="14" creationId="{8E63CC27-1C86-4653-8866-79C24C5C51FB}"/>
          </ac:spMkLst>
        </pc:spChg>
        <pc:spChg chg="add del">
          <ac:chgData name="Tanaboon TONGBUASIRILAI" userId="3a6fbbe2-a5cd-4f36-96f1-1e3cf3325333" providerId="ADAL" clId="{F2E21778-E2E1-45C8-99A1-468555135AD2}" dt="2024-01-01T07:29:27.193" v="703" actId="26606"/>
          <ac:spMkLst>
            <pc:docMk/>
            <pc:sldMk cId="2931753984" sldId="281"/>
            <ac:spMk id="15" creationId="{063BBA22-50EA-4C4D-BE05-F1CE4E63AA56}"/>
          </ac:spMkLst>
        </pc:spChg>
        <pc:spChg chg="add del">
          <ac:chgData name="Tanaboon TONGBUASIRILAI" userId="3a6fbbe2-a5cd-4f36-96f1-1e3cf3325333" providerId="ADAL" clId="{F2E21778-E2E1-45C8-99A1-468555135AD2}" dt="2024-01-01T07:29:27.193" v="703" actId="26606"/>
          <ac:spMkLst>
            <pc:docMk/>
            <pc:sldMk cId="2931753984" sldId="281"/>
            <ac:spMk id="20" creationId="{BACC6370-2D7E-4714-9D71-7542949D7D5D}"/>
          </ac:spMkLst>
        </pc:spChg>
        <pc:spChg chg="add del">
          <ac:chgData name="Tanaboon TONGBUASIRILAI" userId="3a6fbbe2-a5cd-4f36-96f1-1e3cf3325333" providerId="ADAL" clId="{F2E21778-E2E1-45C8-99A1-468555135AD2}" dt="2024-01-01T07:29:27.193" v="703" actId="26606"/>
          <ac:spMkLst>
            <pc:docMk/>
            <pc:sldMk cId="2931753984" sldId="281"/>
            <ac:spMk id="21" creationId="{F68B3F68-107C-434F-AA38-110D5EA91B85}"/>
          </ac:spMkLst>
        </pc:spChg>
        <pc:graphicFrameChg chg="add del">
          <ac:chgData name="Tanaboon TONGBUASIRILAI" userId="3a6fbbe2-a5cd-4f36-96f1-1e3cf3325333" providerId="ADAL" clId="{F2E21778-E2E1-45C8-99A1-468555135AD2}" dt="2024-01-01T07:29:02.924" v="699" actId="26606"/>
          <ac:graphicFrameMkLst>
            <pc:docMk/>
            <pc:sldMk cId="2931753984" sldId="281"/>
            <ac:graphicFrameMk id="16" creationId="{06D2B216-1FF2-A30B-30A1-CBC3556CE925}"/>
          </ac:graphicFrameMkLst>
        </pc:graphicFrameChg>
        <pc:graphicFrameChg chg="add del">
          <ac:chgData name="Tanaboon TONGBUASIRILAI" userId="3a6fbbe2-a5cd-4f36-96f1-1e3cf3325333" providerId="ADAL" clId="{F2E21778-E2E1-45C8-99A1-468555135AD2}" dt="2024-01-01T07:29:18.508" v="701" actId="26606"/>
          <ac:graphicFrameMkLst>
            <pc:docMk/>
            <pc:sldMk cId="2931753984" sldId="281"/>
            <ac:graphicFrameMk id="18" creationId="{79CE903E-926D-6B31-8952-C43E3B6838D5}"/>
          </ac:graphicFrameMkLst>
        </pc:graphicFrameChg>
        <pc:graphicFrameChg chg="add del">
          <ac:chgData name="Tanaboon TONGBUASIRILAI" userId="3a6fbbe2-a5cd-4f36-96f1-1e3cf3325333" providerId="ADAL" clId="{F2E21778-E2E1-45C8-99A1-468555135AD2}" dt="2024-01-01T07:29:27.193" v="703" actId="26606"/>
          <ac:graphicFrameMkLst>
            <pc:docMk/>
            <pc:sldMk cId="2931753984" sldId="281"/>
            <ac:graphicFrameMk id="22" creationId="{3AF7F3B7-0818-B28D-4DE9-313A3D8D480D}"/>
          </ac:graphicFrameMkLst>
        </pc:graphicFrameChg>
        <pc:graphicFrameChg chg="add mod">
          <ac:chgData name="Tanaboon TONGBUASIRILAI" userId="3a6fbbe2-a5cd-4f36-96f1-1e3cf3325333" providerId="ADAL" clId="{F2E21778-E2E1-45C8-99A1-468555135AD2}" dt="2024-01-01T11:28:49.276" v="1318" actId="20577"/>
          <ac:graphicFrameMkLst>
            <pc:docMk/>
            <pc:sldMk cId="2931753984" sldId="281"/>
            <ac:graphicFrameMk id="24" creationId="{79CE903E-926D-6B31-8952-C43E3B6838D5}"/>
          </ac:graphicFrameMkLst>
        </pc:graphicFrameChg>
        <pc:picChg chg="add del">
          <ac:chgData name="Tanaboon TONGBUASIRILAI" userId="3a6fbbe2-a5cd-4f36-96f1-1e3cf3325333" providerId="ADAL" clId="{F2E21778-E2E1-45C8-99A1-468555135AD2}" dt="2024-01-01T07:28:56.389" v="695" actId="26606"/>
          <ac:picMkLst>
            <pc:docMk/>
            <pc:sldMk cId="2931753984" sldId="281"/>
            <ac:picMk id="5" creationId="{B2710CE4-3352-256E-FFFC-88BDD5F671C6}"/>
          </ac:picMkLst>
        </pc:picChg>
        <pc:picChg chg="add del">
          <ac:chgData name="Tanaboon TONGBUASIRILAI" userId="3a6fbbe2-a5cd-4f36-96f1-1e3cf3325333" providerId="ADAL" clId="{F2E21778-E2E1-45C8-99A1-468555135AD2}" dt="2024-01-01T07:28:58.896" v="697" actId="26606"/>
          <ac:picMkLst>
            <pc:docMk/>
            <pc:sldMk cId="2931753984" sldId="281"/>
            <ac:picMk id="7" creationId="{CA16EE99-47D9-1614-75AE-50E1FFE10476}"/>
          </ac:picMkLst>
        </pc:picChg>
      </pc:sldChg>
      <pc:sldChg chg="addSp delSp modSp new mod setBg">
        <pc:chgData name="Tanaboon TONGBUASIRILAI" userId="3a6fbbe2-a5cd-4f36-96f1-1e3cf3325333" providerId="ADAL" clId="{F2E21778-E2E1-45C8-99A1-468555135AD2}" dt="2024-01-01T08:03:57.734" v="1065" actId="114"/>
        <pc:sldMkLst>
          <pc:docMk/>
          <pc:sldMk cId="3478651328" sldId="282"/>
        </pc:sldMkLst>
        <pc:spChg chg="mod">
          <ac:chgData name="Tanaboon TONGBUASIRILAI" userId="3a6fbbe2-a5cd-4f36-96f1-1e3cf3325333" providerId="ADAL" clId="{F2E21778-E2E1-45C8-99A1-468555135AD2}" dt="2024-01-01T07:37:18.640" v="932" actId="26606"/>
          <ac:spMkLst>
            <pc:docMk/>
            <pc:sldMk cId="3478651328" sldId="282"/>
            <ac:spMk id="2" creationId="{F05FACCE-613A-EABB-B4C7-9D824C09218A}"/>
          </ac:spMkLst>
        </pc:spChg>
        <pc:spChg chg="del mod">
          <ac:chgData name="Tanaboon TONGBUASIRILAI" userId="3a6fbbe2-a5cd-4f36-96f1-1e3cf3325333" providerId="ADAL" clId="{F2E21778-E2E1-45C8-99A1-468555135AD2}" dt="2024-01-01T07:58:54.351" v="934" actId="478"/>
          <ac:spMkLst>
            <pc:docMk/>
            <pc:sldMk cId="3478651328" sldId="282"/>
            <ac:spMk id="3" creationId="{25534286-0489-5201-9AA4-689F152CD340}"/>
          </ac:spMkLst>
        </pc:spChg>
        <pc:spChg chg="add mod">
          <ac:chgData name="Tanaboon TONGBUASIRILAI" userId="3a6fbbe2-a5cd-4f36-96f1-1e3cf3325333" providerId="ADAL" clId="{F2E21778-E2E1-45C8-99A1-468555135AD2}" dt="2024-01-01T07:37:18.640" v="932" actId="26606"/>
          <ac:spMkLst>
            <pc:docMk/>
            <pc:sldMk cId="3478651328" sldId="282"/>
            <ac:spMk id="13" creationId="{9E446197-2801-472A-A697-43625AE2C317}"/>
          </ac:spMkLst>
        </pc:spChg>
        <pc:spChg chg="add mod">
          <ac:chgData name="Tanaboon TONGBUASIRILAI" userId="3a6fbbe2-a5cd-4f36-96f1-1e3cf3325333" providerId="ADAL" clId="{F2E21778-E2E1-45C8-99A1-468555135AD2}" dt="2024-01-01T07:37:18.640" v="932" actId="26606"/>
          <ac:spMkLst>
            <pc:docMk/>
            <pc:sldMk cId="3478651328" sldId="282"/>
            <ac:spMk id="14" creationId="{B14865E2-B38D-5407-D4D5-92A4FAE569FB}"/>
          </ac:spMkLst>
        </pc:spChg>
        <pc:spChg chg="add mod">
          <ac:chgData name="Tanaboon TONGBUASIRILAI" userId="3a6fbbe2-a5cd-4f36-96f1-1e3cf3325333" providerId="ADAL" clId="{F2E21778-E2E1-45C8-99A1-468555135AD2}" dt="2024-01-01T07:37:18.640" v="932" actId="26606"/>
          <ac:spMkLst>
            <pc:docMk/>
            <pc:sldMk cId="3478651328" sldId="282"/>
            <ac:spMk id="15" creationId="{FE595D8E-3326-CB1E-5DC9-3A6AD2DB23F4}"/>
          </ac:spMkLst>
        </pc:spChg>
        <pc:spChg chg="add mod">
          <ac:chgData name="Tanaboon TONGBUASIRILAI" userId="3a6fbbe2-a5cd-4f36-96f1-1e3cf3325333" providerId="ADAL" clId="{F2E21778-E2E1-45C8-99A1-468555135AD2}" dt="2024-01-01T07:37:18.640" v="932" actId="26606"/>
          <ac:spMkLst>
            <pc:docMk/>
            <pc:sldMk cId="3478651328" sldId="282"/>
            <ac:spMk id="16" creationId="{071E13EA-39EA-823D-1236-E992080AE28D}"/>
          </ac:spMkLst>
        </pc:spChg>
        <pc:spChg chg="add mod">
          <ac:chgData name="Tanaboon TONGBUASIRILAI" userId="3a6fbbe2-a5cd-4f36-96f1-1e3cf3325333" providerId="ADAL" clId="{F2E21778-E2E1-45C8-99A1-468555135AD2}" dt="2024-01-01T08:03:57.734" v="1065" actId="114"/>
          <ac:spMkLst>
            <pc:docMk/>
            <pc:sldMk cId="3478651328" sldId="282"/>
            <ac:spMk id="17" creationId="{A55AB82B-A192-054C-6D81-BF5CAF2BACD7}"/>
          </ac:spMkLst>
        </pc:spChg>
        <pc:spChg chg="add">
          <ac:chgData name="Tanaboon TONGBUASIRILAI" userId="3a6fbbe2-a5cd-4f36-96f1-1e3cf3325333" providerId="ADAL" clId="{F2E21778-E2E1-45C8-99A1-468555135AD2}" dt="2024-01-01T07:37:18.640" v="932" actId="26606"/>
          <ac:spMkLst>
            <pc:docMk/>
            <pc:sldMk cId="3478651328" sldId="282"/>
            <ac:spMk id="22" creationId="{53B021B3-DE93-4AB7-8A18-CF5F1CED88B8}"/>
          </ac:spMkLst>
        </pc:spChg>
        <pc:spChg chg="add">
          <ac:chgData name="Tanaboon TONGBUASIRILAI" userId="3a6fbbe2-a5cd-4f36-96f1-1e3cf3325333" providerId="ADAL" clId="{F2E21778-E2E1-45C8-99A1-468555135AD2}" dt="2024-01-01T07:37:18.640" v="932" actId="26606"/>
          <ac:spMkLst>
            <pc:docMk/>
            <pc:sldMk cId="3478651328" sldId="282"/>
            <ac:spMk id="24" creationId="{52D502E5-F6B4-4D58-B4AE-FC466FF15EE8}"/>
          </ac:spMkLst>
        </pc:spChg>
        <pc:spChg chg="add">
          <ac:chgData name="Tanaboon TONGBUASIRILAI" userId="3a6fbbe2-a5cd-4f36-96f1-1e3cf3325333" providerId="ADAL" clId="{F2E21778-E2E1-45C8-99A1-468555135AD2}" dt="2024-01-01T07:37:18.640" v="932" actId="26606"/>
          <ac:spMkLst>
            <pc:docMk/>
            <pc:sldMk cId="3478651328" sldId="282"/>
            <ac:spMk id="26" creationId="{9DECDBF4-02B6-4BB4-B65B-B8107AD6A9E8}"/>
          </ac:spMkLst>
        </pc:spChg>
        <pc:picChg chg="add mod">
          <ac:chgData name="Tanaboon TONGBUASIRILAI" userId="3a6fbbe2-a5cd-4f36-96f1-1e3cf3325333" providerId="ADAL" clId="{F2E21778-E2E1-45C8-99A1-468555135AD2}" dt="2024-01-01T07:37:18.640" v="932" actId="26606"/>
          <ac:picMkLst>
            <pc:docMk/>
            <pc:sldMk cId="3478651328" sldId="282"/>
            <ac:picMk id="5" creationId="{F3B200D2-F929-CA3E-9A07-3C59E774F104}"/>
          </ac:picMkLst>
        </pc:picChg>
        <pc:picChg chg="add mod">
          <ac:chgData name="Tanaboon TONGBUASIRILAI" userId="3a6fbbe2-a5cd-4f36-96f1-1e3cf3325333" providerId="ADAL" clId="{F2E21778-E2E1-45C8-99A1-468555135AD2}" dt="2024-01-01T07:37:18.640" v="932" actId="26606"/>
          <ac:picMkLst>
            <pc:docMk/>
            <pc:sldMk cId="3478651328" sldId="282"/>
            <ac:picMk id="7" creationId="{72CD0867-130E-D145-307F-AA5F994C0950}"/>
          </ac:picMkLst>
        </pc:picChg>
        <pc:cxnChg chg="add mod">
          <ac:chgData name="Tanaboon TONGBUASIRILAI" userId="3a6fbbe2-a5cd-4f36-96f1-1e3cf3325333" providerId="ADAL" clId="{F2E21778-E2E1-45C8-99A1-468555135AD2}" dt="2024-01-01T07:37:18.640" v="932" actId="26606"/>
          <ac:cxnSpMkLst>
            <pc:docMk/>
            <pc:sldMk cId="3478651328" sldId="282"/>
            <ac:cxnSpMk id="9" creationId="{47069164-5A5A-3BF3-3B0C-8A2564293167}"/>
          </ac:cxnSpMkLst>
        </pc:cxnChg>
      </pc:sldChg>
      <pc:sldChg chg="addSp modSp new mod setBg">
        <pc:chgData name="Tanaboon TONGBUASIRILAI" userId="3a6fbbe2-a5cd-4f36-96f1-1e3cf3325333" providerId="ADAL" clId="{F2E21778-E2E1-45C8-99A1-468555135AD2}" dt="2024-01-01T08:06:35.373" v="1195" actId="1076"/>
        <pc:sldMkLst>
          <pc:docMk/>
          <pc:sldMk cId="1596493606" sldId="283"/>
        </pc:sldMkLst>
        <pc:spChg chg="mod">
          <ac:chgData name="Tanaboon TONGBUASIRILAI" userId="3a6fbbe2-a5cd-4f36-96f1-1e3cf3325333" providerId="ADAL" clId="{F2E21778-E2E1-45C8-99A1-468555135AD2}" dt="2024-01-01T08:06:25.810" v="1188" actId="26606"/>
          <ac:spMkLst>
            <pc:docMk/>
            <pc:sldMk cId="1596493606" sldId="283"/>
            <ac:spMk id="2" creationId="{CC9FCB7E-DDFD-898E-7B94-E5C188415261}"/>
          </ac:spMkLst>
        </pc:spChg>
        <pc:spChg chg="mod">
          <ac:chgData name="Tanaboon TONGBUASIRILAI" userId="3a6fbbe2-a5cd-4f36-96f1-1e3cf3325333" providerId="ADAL" clId="{F2E21778-E2E1-45C8-99A1-468555135AD2}" dt="2024-01-01T08:06:30.562" v="1192" actId="403"/>
          <ac:spMkLst>
            <pc:docMk/>
            <pc:sldMk cId="1596493606" sldId="283"/>
            <ac:spMk id="3" creationId="{F8ECDE68-F25D-F072-DE27-B51CDACFFC90}"/>
          </ac:spMkLst>
        </pc:spChg>
        <pc:spChg chg="add">
          <ac:chgData name="Tanaboon TONGBUASIRILAI" userId="3a6fbbe2-a5cd-4f36-96f1-1e3cf3325333" providerId="ADAL" clId="{F2E21778-E2E1-45C8-99A1-468555135AD2}" dt="2024-01-01T08:06:25.810" v="1188" actId="26606"/>
          <ac:spMkLst>
            <pc:docMk/>
            <pc:sldMk cId="1596493606" sldId="283"/>
            <ac:spMk id="10" creationId="{89A320C9-9735-4D13-8279-C1C674841392}"/>
          </ac:spMkLst>
        </pc:spChg>
        <pc:spChg chg="add">
          <ac:chgData name="Tanaboon TONGBUASIRILAI" userId="3a6fbbe2-a5cd-4f36-96f1-1e3cf3325333" providerId="ADAL" clId="{F2E21778-E2E1-45C8-99A1-468555135AD2}" dt="2024-01-01T08:06:25.810" v="1188" actId="26606"/>
          <ac:spMkLst>
            <pc:docMk/>
            <pc:sldMk cId="1596493606" sldId="283"/>
            <ac:spMk id="12" creationId="{92544CF4-9B52-4A7B-A4B3-88C72729B77D}"/>
          </ac:spMkLst>
        </pc:spChg>
        <pc:spChg chg="add">
          <ac:chgData name="Tanaboon TONGBUASIRILAI" userId="3a6fbbe2-a5cd-4f36-96f1-1e3cf3325333" providerId="ADAL" clId="{F2E21778-E2E1-45C8-99A1-468555135AD2}" dt="2024-01-01T08:06:25.810" v="1188" actId="26606"/>
          <ac:spMkLst>
            <pc:docMk/>
            <pc:sldMk cId="1596493606" sldId="283"/>
            <ac:spMk id="14" creationId="{E75862C5-5C00-4421-BC7B-9B7B86DBC80D}"/>
          </ac:spMkLst>
        </pc:spChg>
        <pc:spChg chg="add">
          <ac:chgData name="Tanaboon TONGBUASIRILAI" userId="3a6fbbe2-a5cd-4f36-96f1-1e3cf3325333" providerId="ADAL" clId="{F2E21778-E2E1-45C8-99A1-468555135AD2}" dt="2024-01-01T08:06:25.810" v="1188" actId="26606"/>
          <ac:spMkLst>
            <pc:docMk/>
            <pc:sldMk cId="1596493606" sldId="283"/>
            <ac:spMk id="16" creationId="{089440EF-9BE9-4AE9-8C28-00B02296CDB6}"/>
          </ac:spMkLst>
        </pc:spChg>
        <pc:picChg chg="add mod">
          <ac:chgData name="Tanaboon TONGBUASIRILAI" userId="3a6fbbe2-a5cd-4f36-96f1-1e3cf3325333" providerId="ADAL" clId="{F2E21778-E2E1-45C8-99A1-468555135AD2}" dt="2024-01-01T08:06:35.373" v="1195" actId="1076"/>
          <ac:picMkLst>
            <pc:docMk/>
            <pc:sldMk cId="1596493606" sldId="283"/>
            <ac:picMk id="5" creationId="{6FB6A123-656D-2989-594D-9666516474E3}"/>
          </ac:picMkLst>
        </pc:picChg>
      </pc:sldChg>
      <pc:sldChg chg="addSp delSp modSp new mod setBg">
        <pc:chgData name="Tanaboon TONGBUASIRILAI" userId="3a6fbbe2-a5cd-4f36-96f1-1e3cf3325333" providerId="ADAL" clId="{F2E21778-E2E1-45C8-99A1-468555135AD2}" dt="2024-01-01T09:36:33.463" v="1214" actId="26606"/>
        <pc:sldMkLst>
          <pc:docMk/>
          <pc:sldMk cId="4179530343" sldId="284"/>
        </pc:sldMkLst>
        <pc:spChg chg="mod">
          <ac:chgData name="Tanaboon TONGBUASIRILAI" userId="3a6fbbe2-a5cd-4f36-96f1-1e3cf3325333" providerId="ADAL" clId="{F2E21778-E2E1-45C8-99A1-468555135AD2}" dt="2024-01-01T09:36:33.463" v="1214" actId="26606"/>
          <ac:spMkLst>
            <pc:docMk/>
            <pc:sldMk cId="4179530343" sldId="284"/>
            <ac:spMk id="2" creationId="{A165E957-5429-3966-69F4-D84B52688A80}"/>
          </ac:spMkLst>
        </pc:spChg>
        <pc:spChg chg="del mod">
          <ac:chgData name="Tanaboon TONGBUASIRILAI" userId="3a6fbbe2-a5cd-4f36-96f1-1e3cf3325333" providerId="ADAL" clId="{F2E21778-E2E1-45C8-99A1-468555135AD2}" dt="2024-01-01T09:36:24.730" v="1211" actId="478"/>
          <ac:spMkLst>
            <pc:docMk/>
            <pc:sldMk cId="4179530343" sldId="284"/>
            <ac:spMk id="3" creationId="{AD7891F5-097C-930E-42F4-6984CEF39BBF}"/>
          </ac:spMkLst>
        </pc:spChg>
        <pc:spChg chg="add">
          <ac:chgData name="Tanaboon TONGBUASIRILAI" userId="3a6fbbe2-a5cd-4f36-96f1-1e3cf3325333" providerId="ADAL" clId="{F2E21778-E2E1-45C8-99A1-468555135AD2}" dt="2024-01-01T09:36:33.463" v="1214" actId="26606"/>
          <ac:spMkLst>
            <pc:docMk/>
            <pc:sldMk cId="4179530343" sldId="284"/>
            <ac:spMk id="10" creationId="{D4771268-CB57-404A-9271-370EB28F6090}"/>
          </ac:spMkLst>
        </pc:spChg>
        <pc:picChg chg="add mod">
          <ac:chgData name="Tanaboon TONGBUASIRILAI" userId="3a6fbbe2-a5cd-4f36-96f1-1e3cf3325333" providerId="ADAL" clId="{F2E21778-E2E1-45C8-99A1-468555135AD2}" dt="2024-01-01T09:36:33.463" v="1214" actId="26606"/>
          <ac:picMkLst>
            <pc:docMk/>
            <pc:sldMk cId="4179530343" sldId="284"/>
            <ac:picMk id="5" creationId="{EC8015C9-3588-FE08-D741-630889F9CB17}"/>
          </ac:picMkLst>
        </pc:picChg>
      </pc:sldChg>
      <pc:sldChg chg="addSp delSp modSp new mod setBg">
        <pc:chgData name="Tanaboon TONGBUASIRILAI" userId="3a6fbbe2-a5cd-4f36-96f1-1e3cf3325333" providerId="ADAL" clId="{F2E21778-E2E1-45C8-99A1-468555135AD2}" dt="2024-01-01T10:14:11.866" v="1246" actId="26606"/>
        <pc:sldMkLst>
          <pc:docMk/>
          <pc:sldMk cId="3712068996" sldId="285"/>
        </pc:sldMkLst>
        <pc:spChg chg="mod">
          <ac:chgData name="Tanaboon TONGBUASIRILAI" userId="3a6fbbe2-a5cd-4f36-96f1-1e3cf3325333" providerId="ADAL" clId="{F2E21778-E2E1-45C8-99A1-468555135AD2}" dt="2024-01-01T10:14:11.866" v="1246" actId="26606"/>
          <ac:spMkLst>
            <pc:docMk/>
            <pc:sldMk cId="3712068996" sldId="285"/>
            <ac:spMk id="2" creationId="{8F754037-2334-7E31-8505-07AA7655D118}"/>
          </ac:spMkLst>
        </pc:spChg>
        <pc:spChg chg="del">
          <ac:chgData name="Tanaboon TONGBUASIRILAI" userId="3a6fbbe2-a5cd-4f36-96f1-1e3cf3325333" providerId="ADAL" clId="{F2E21778-E2E1-45C8-99A1-468555135AD2}" dt="2024-01-01T10:13:57.720" v="1244" actId="478"/>
          <ac:spMkLst>
            <pc:docMk/>
            <pc:sldMk cId="3712068996" sldId="285"/>
            <ac:spMk id="3" creationId="{FC9E4365-972C-D5BC-AFBF-A30C8B7BB0BE}"/>
          </ac:spMkLst>
        </pc:spChg>
        <pc:spChg chg="add">
          <ac:chgData name="Tanaboon TONGBUASIRILAI" userId="3a6fbbe2-a5cd-4f36-96f1-1e3cf3325333" providerId="ADAL" clId="{F2E21778-E2E1-45C8-99A1-468555135AD2}" dt="2024-01-01T10:14:11.866" v="1246" actId="26606"/>
          <ac:spMkLst>
            <pc:docMk/>
            <pc:sldMk cId="3712068996" sldId="285"/>
            <ac:spMk id="10" creationId="{A4AC5506-6312-4701-8D3C-40187889A947}"/>
          </ac:spMkLst>
        </pc:spChg>
        <pc:picChg chg="add mod">
          <ac:chgData name="Tanaboon TONGBUASIRILAI" userId="3a6fbbe2-a5cd-4f36-96f1-1e3cf3325333" providerId="ADAL" clId="{F2E21778-E2E1-45C8-99A1-468555135AD2}" dt="2024-01-01T10:14:11.866" v="1246" actId="26606"/>
          <ac:picMkLst>
            <pc:docMk/>
            <pc:sldMk cId="3712068996" sldId="285"/>
            <ac:picMk id="5" creationId="{CF8FB161-4E3B-50EB-3BAA-428505B44C74}"/>
          </ac:picMkLst>
        </pc:picChg>
      </pc:sldChg>
      <pc:sldChg chg="modSp new del mod">
        <pc:chgData name="Tanaboon TONGBUASIRILAI" userId="3a6fbbe2-a5cd-4f36-96f1-1e3cf3325333" providerId="ADAL" clId="{F2E21778-E2E1-45C8-99A1-468555135AD2}" dt="2024-01-01T11:12:42.903" v="1275" actId="2696"/>
        <pc:sldMkLst>
          <pc:docMk/>
          <pc:sldMk cId="3054366719" sldId="286"/>
        </pc:sldMkLst>
        <pc:spChg chg="mod">
          <ac:chgData name="Tanaboon TONGBUASIRILAI" userId="3a6fbbe2-a5cd-4f36-96f1-1e3cf3325333" providerId="ADAL" clId="{F2E21778-E2E1-45C8-99A1-468555135AD2}" dt="2024-01-01T10:31:46.366" v="1273" actId="20577"/>
          <ac:spMkLst>
            <pc:docMk/>
            <pc:sldMk cId="3054366719" sldId="286"/>
            <ac:spMk id="2" creationId="{E4EB8F23-0965-F5B8-45D4-F358A4E7C83E}"/>
          </ac:spMkLst>
        </pc:spChg>
        <pc:spChg chg="mod">
          <ac:chgData name="Tanaboon TONGBUASIRILAI" userId="3a6fbbe2-a5cd-4f36-96f1-1e3cf3325333" providerId="ADAL" clId="{F2E21778-E2E1-45C8-99A1-468555135AD2}" dt="2024-01-01T10:31:50.361" v="1274" actId="5793"/>
          <ac:spMkLst>
            <pc:docMk/>
            <pc:sldMk cId="3054366719" sldId="286"/>
            <ac:spMk id="3" creationId="{8569B351-BA7F-4832-4A0B-0B23317F2D38}"/>
          </ac:spMkLst>
        </pc:spChg>
      </pc:sldChg>
      <pc:sldChg chg="modSp add mod">
        <pc:chgData name="Tanaboon TONGBUASIRILAI" userId="3a6fbbe2-a5cd-4f36-96f1-1e3cf3325333" providerId="ADAL" clId="{F2E21778-E2E1-45C8-99A1-468555135AD2}" dt="2024-01-01T11:42:29.571" v="1324" actId="20577"/>
        <pc:sldMkLst>
          <pc:docMk/>
          <pc:sldMk cId="2366643805" sldId="298"/>
        </pc:sldMkLst>
        <pc:spChg chg="mod">
          <ac:chgData name="Tanaboon TONGBUASIRILAI" userId="3a6fbbe2-a5cd-4f36-96f1-1e3cf3325333" providerId="ADAL" clId="{F2E21778-E2E1-45C8-99A1-468555135AD2}" dt="2024-01-01T11:42:29.571" v="1324" actId="20577"/>
          <ac:spMkLst>
            <pc:docMk/>
            <pc:sldMk cId="2366643805" sldId="298"/>
            <ac:spMk id="3" creationId="{EC1091DB-8022-3264-11F9-5ABECB797C1B}"/>
          </ac:spMkLst>
        </pc:spChg>
      </pc:sldChg>
    </pc:docChg>
  </pc:docChgLst>
  <pc:docChgLst>
    <pc:chgData name="tanaboon tongbuasirilai" userId="3a6fbbe2-a5cd-4f36-96f1-1e3cf3325333" providerId="ADAL" clId="{439C2465-97CF-44BE-B352-3A67BE0355A6}"/>
    <pc:docChg chg="modSld">
      <pc:chgData name="tanaboon tongbuasirilai" userId="3a6fbbe2-a5cd-4f36-96f1-1e3cf3325333" providerId="ADAL" clId="{439C2465-97CF-44BE-B352-3A67BE0355A6}" dt="2024-02-15T23:37:48.651" v="6" actId="113"/>
      <pc:docMkLst>
        <pc:docMk/>
      </pc:docMkLst>
      <pc:sldChg chg="modSp mod">
        <pc:chgData name="tanaboon tongbuasirilai" userId="3a6fbbe2-a5cd-4f36-96f1-1e3cf3325333" providerId="ADAL" clId="{439C2465-97CF-44BE-B352-3A67BE0355A6}" dt="2024-02-15T23:37:48.651" v="6" actId="113"/>
        <pc:sldMkLst>
          <pc:docMk/>
          <pc:sldMk cId="2414283518" sldId="302"/>
        </pc:sldMkLst>
        <pc:spChg chg="mod">
          <ac:chgData name="tanaboon tongbuasirilai" userId="3a6fbbe2-a5cd-4f36-96f1-1e3cf3325333" providerId="ADAL" clId="{439C2465-97CF-44BE-B352-3A67BE0355A6}" dt="2024-02-15T23:37:48.651" v="6" actId="113"/>
          <ac:spMkLst>
            <pc:docMk/>
            <pc:sldMk cId="2414283518" sldId="302"/>
            <ac:spMk id="7" creationId="{14361379-2B1D-5630-8731-0D0CAF14FCF6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4089F38-2B06-4BD2-8508-4FDF6C83F91B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DDA6822-299E-4D78-BF1C-347C96ED6B41}">
      <dgm:prSet/>
      <dgm:spPr/>
      <dgm:t>
        <a:bodyPr/>
        <a:lstStyle/>
        <a:p>
          <a:r>
            <a:rPr lang="en-US"/>
            <a:t>Depth of Field (DoF)</a:t>
          </a:r>
        </a:p>
      </dgm:t>
    </dgm:pt>
    <dgm:pt modelId="{926A9B37-88C1-456F-BCDA-E99273B97373}" type="parTrans" cxnId="{2929056C-0C1F-4CF6-961D-CF3D601E5405}">
      <dgm:prSet/>
      <dgm:spPr/>
      <dgm:t>
        <a:bodyPr/>
        <a:lstStyle/>
        <a:p>
          <a:endParaRPr lang="en-US"/>
        </a:p>
      </dgm:t>
    </dgm:pt>
    <dgm:pt modelId="{CE2E4BDB-470D-4217-8305-3CD98B654268}" type="sibTrans" cxnId="{2929056C-0C1F-4CF6-961D-CF3D601E5405}">
      <dgm:prSet/>
      <dgm:spPr/>
      <dgm:t>
        <a:bodyPr/>
        <a:lstStyle/>
        <a:p>
          <a:endParaRPr lang="en-US"/>
        </a:p>
      </dgm:t>
    </dgm:pt>
    <dgm:pt modelId="{13AE4654-9CFF-4AB9-AC82-438BB3CE0637}">
      <dgm:prSet/>
      <dgm:spPr/>
      <dgm:t>
        <a:bodyPr/>
        <a:lstStyle/>
        <a:p>
          <a:r>
            <a:rPr lang="en-US"/>
            <a:t>Motion blur</a:t>
          </a:r>
        </a:p>
      </dgm:t>
    </dgm:pt>
    <dgm:pt modelId="{2A7E7600-531D-4150-8711-63DFDB32136F}" type="parTrans" cxnId="{1CA45924-AD3E-47A7-9AAC-AAAC348D4B13}">
      <dgm:prSet/>
      <dgm:spPr/>
      <dgm:t>
        <a:bodyPr/>
        <a:lstStyle/>
        <a:p>
          <a:endParaRPr lang="en-US"/>
        </a:p>
      </dgm:t>
    </dgm:pt>
    <dgm:pt modelId="{14CD6DE0-835A-4162-9740-ED16FCEC86EA}" type="sibTrans" cxnId="{1CA45924-AD3E-47A7-9AAC-AAAC348D4B13}">
      <dgm:prSet/>
      <dgm:spPr/>
      <dgm:t>
        <a:bodyPr/>
        <a:lstStyle/>
        <a:p>
          <a:endParaRPr lang="en-US"/>
        </a:p>
      </dgm:t>
    </dgm:pt>
    <dgm:pt modelId="{8B3AFE47-1B8F-4024-B8D8-2E4C66066918}" type="pres">
      <dgm:prSet presAssocID="{34089F38-2B06-4BD2-8508-4FDF6C83F91B}" presName="linear" presStyleCnt="0">
        <dgm:presLayoutVars>
          <dgm:dir/>
          <dgm:animLvl val="lvl"/>
          <dgm:resizeHandles val="exact"/>
        </dgm:presLayoutVars>
      </dgm:prSet>
      <dgm:spPr/>
    </dgm:pt>
    <dgm:pt modelId="{BFDB4236-499E-4EA2-9FD0-A9FBB9883DAF}" type="pres">
      <dgm:prSet presAssocID="{BDDA6822-299E-4D78-BF1C-347C96ED6B41}" presName="parentLin" presStyleCnt="0"/>
      <dgm:spPr/>
    </dgm:pt>
    <dgm:pt modelId="{F550A25D-2FE0-45A0-AC2A-BE1D60A92C33}" type="pres">
      <dgm:prSet presAssocID="{BDDA6822-299E-4D78-BF1C-347C96ED6B41}" presName="parentLeftMargin" presStyleLbl="node1" presStyleIdx="0" presStyleCnt="2"/>
      <dgm:spPr/>
    </dgm:pt>
    <dgm:pt modelId="{2727C903-2B95-4901-B125-CDDB0866E18C}" type="pres">
      <dgm:prSet presAssocID="{BDDA6822-299E-4D78-BF1C-347C96ED6B4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CE108E56-532A-403B-8EB0-A4545F0530C1}" type="pres">
      <dgm:prSet presAssocID="{BDDA6822-299E-4D78-BF1C-347C96ED6B41}" presName="negativeSpace" presStyleCnt="0"/>
      <dgm:spPr/>
    </dgm:pt>
    <dgm:pt modelId="{772315F9-C23F-46F2-99F4-C9A3B221B90E}" type="pres">
      <dgm:prSet presAssocID="{BDDA6822-299E-4D78-BF1C-347C96ED6B41}" presName="childText" presStyleLbl="conFgAcc1" presStyleIdx="0" presStyleCnt="2">
        <dgm:presLayoutVars>
          <dgm:bulletEnabled val="1"/>
        </dgm:presLayoutVars>
      </dgm:prSet>
      <dgm:spPr/>
    </dgm:pt>
    <dgm:pt modelId="{2E686CB5-7DDF-42E7-A7F3-5FBD48B5C42D}" type="pres">
      <dgm:prSet presAssocID="{CE2E4BDB-470D-4217-8305-3CD98B654268}" presName="spaceBetweenRectangles" presStyleCnt="0"/>
      <dgm:spPr/>
    </dgm:pt>
    <dgm:pt modelId="{D22AA9AC-E2CC-4B26-9D0E-F6338D9336DB}" type="pres">
      <dgm:prSet presAssocID="{13AE4654-9CFF-4AB9-AC82-438BB3CE0637}" presName="parentLin" presStyleCnt="0"/>
      <dgm:spPr/>
    </dgm:pt>
    <dgm:pt modelId="{9B57CD0E-0167-462E-9012-1596D630529E}" type="pres">
      <dgm:prSet presAssocID="{13AE4654-9CFF-4AB9-AC82-438BB3CE0637}" presName="parentLeftMargin" presStyleLbl="node1" presStyleIdx="0" presStyleCnt="2"/>
      <dgm:spPr/>
    </dgm:pt>
    <dgm:pt modelId="{9C3E7E4F-EF75-4A25-9065-BEC8CB15F09C}" type="pres">
      <dgm:prSet presAssocID="{13AE4654-9CFF-4AB9-AC82-438BB3CE0637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730C248C-42AB-473C-A3B4-9F42CB0FCF3D}" type="pres">
      <dgm:prSet presAssocID="{13AE4654-9CFF-4AB9-AC82-438BB3CE0637}" presName="negativeSpace" presStyleCnt="0"/>
      <dgm:spPr/>
    </dgm:pt>
    <dgm:pt modelId="{4468CC08-9E2D-45B1-8EC8-2B98ED54E05E}" type="pres">
      <dgm:prSet presAssocID="{13AE4654-9CFF-4AB9-AC82-438BB3CE0637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1CA45924-AD3E-47A7-9AAC-AAAC348D4B13}" srcId="{34089F38-2B06-4BD2-8508-4FDF6C83F91B}" destId="{13AE4654-9CFF-4AB9-AC82-438BB3CE0637}" srcOrd="1" destOrd="0" parTransId="{2A7E7600-531D-4150-8711-63DFDB32136F}" sibTransId="{14CD6DE0-835A-4162-9740-ED16FCEC86EA}"/>
    <dgm:cxn modelId="{CAC3BA3E-FF0A-40E3-A4D4-42F6A7DC58CA}" type="presOf" srcId="{13AE4654-9CFF-4AB9-AC82-438BB3CE0637}" destId="{9B57CD0E-0167-462E-9012-1596D630529E}" srcOrd="0" destOrd="0" presId="urn:microsoft.com/office/officeart/2005/8/layout/list1"/>
    <dgm:cxn modelId="{5863AD69-6714-4AC6-A62C-42194F7B423A}" type="presOf" srcId="{BDDA6822-299E-4D78-BF1C-347C96ED6B41}" destId="{2727C903-2B95-4901-B125-CDDB0866E18C}" srcOrd="1" destOrd="0" presId="urn:microsoft.com/office/officeart/2005/8/layout/list1"/>
    <dgm:cxn modelId="{2929056C-0C1F-4CF6-961D-CF3D601E5405}" srcId="{34089F38-2B06-4BD2-8508-4FDF6C83F91B}" destId="{BDDA6822-299E-4D78-BF1C-347C96ED6B41}" srcOrd="0" destOrd="0" parTransId="{926A9B37-88C1-456F-BCDA-E99273B97373}" sibTransId="{CE2E4BDB-470D-4217-8305-3CD98B654268}"/>
    <dgm:cxn modelId="{59292872-2D33-4D43-8D1F-0C9134EA5358}" type="presOf" srcId="{BDDA6822-299E-4D78-BF1C-347C96ED6B41}" destId="{F550A25D-2FE0-45A0-AC2A-BE1D60A92C33}" srcOrd="0" destOrd="0" presId="urn:microsoft.com/office/officeart/2005/8/layout/list1"/>
    <dgm:cxn modelId="{19B6AD84-77E1-4110-8BAE-9115CC2866B7}" type="presOf" srcId="{34089F38-2B06-4BD2-8508-4FDF6C83F91B}" destId="{8B3AFE47-1B8F-4024-B8D8-2E4C66066918}" srcOrd="0" destOrd="0" presId="urn:microsoft.com/office/officeart/2005/8/layout/list1"/>
    <dgm:cxn modelId="{2E192DA3-6C95-4DD7-BE48-DD3D57F04EE6}" type="presOf" srcId="{13AE4654-9CFF-4AB9-AC82-438BB3CE0637}" destId="{9C3E7E4F-EF75-4A25-9065-BEC8CB15F09C}" srcOrd="1" destOrd="0" presId="urn:microsoft.com/office/officeart/2005/8/layout/list1"/>
    <dgm:cxn modelId="{A81C21EE-8BF1-46CD-884F-9C5B21D2EF25}" type="presParOf" srcId="{8B3AFE47-1B8F-4024-B8D8-2E4C66066918}" destId="{BFDB4236-499E-4EA2-9FD0-A9FBB9883DAF}" srcOrd="0" destOrd="0" presId="urn:microsoft.com/office/officeart/2005/8/layout/list1"/>
    <dgm:cxn modelId="{50ABE22A-EBCB-4D30-8E32-C6D637DEA167}" type="presParOf" srcId="{BFDB4236-499E-4EA2-9FD0-A9FBB9883DAF}" destId="{F550A25D-2FE0-45A0-AC2A-BE1D60A92C33}" srcOrd="0" destOrd="0" presId="urn:microsoft.com/office/officeart/2005/8/layout/list1"/>
    <dgm:cxn modelId="{71AA7A82-BF33-486F-90BE-2437344ED3E9}" type="presParOf" srcId="{BFDB4236-499E-4EA2-9FD0-A9FBB9883DAF}" destId="{2727C903-2B95-4901-B125-CDDB0866E18C}" srcOrd="1" destOrd="0" presId="urn:microsoft.com/office/officeart/2005/8/layout/list1"/>
    <dgm:cxn modelId="{6AC9881A-26AB-4E74-A36D-522D887BC3F7}" type="presParOf" srcId="{8B3AFE47-1B8F-4024-B8D8-2E4C66066918}" destId="{CE108E56-532A-403B-8EB0-A4545F0530C1}" srcOrd="1" destOrd="0" presId="urn:microsoft.com/office/officeart/2005/8/layout/list1"/>
    <dgm:cxn modelId="{063AA0AB-945B-4BEE-B9AE-DBC22992A830}" type="presParOf" srcId="{8B3AFE47-1B8F-4024-B8D8-2E4C66066918}" destId="{772315F9-C23F-46F2-99F4-C9A3B221B90E}" srcOrd="2" destOrd="0" presId="urn:microsoft.com/office/officeart/2005/8/layout/list1"/>
    <dgm:cxn modelId="{20F62718-9C53-4333-8BB1-C571302F5696}" type="presParOf" srcId="{8B3AFE47-1B8F-4024-B8D8-2E4C66066918}" destId="{2E686CB5-7DDF-42E7-A7F3-5FBD48B5C42D}" srcOrd="3" destOrd="0" presId="urn:microsoft.com/office/officeart/2005/8/layout/list1"/>
    <dgm:cxn modelId="{ABDFC826-DBC3-4536-A04E-4F6F43AF8FAE}" type="presParOf" srcId="{8B3AFE47-1B8F-4024-B8D8-2E4C66066918}" destId="{D22AA9AC-E2CC-4B26-9D0E-F6338D9336DB}" srcOrd="4" destOrd="0" presId="urn:microsoft.com/office/officeart/2005/8/layout/list1"/>
    <dgm:cxn modelId="{D2229F60-DFDD-45C2-A205-B1AFD3BA4624}" type="presParOf" srcId="{D22AA9AC-E2CC-4B26-9D0E-F6338D9336DB}" destId="{9B57CD0E-0167-462E-9012-1596D630529E}" srcOrd="0" destOrd="0" presId="urn:microsoft.com/office/officeart/2005/8/layout/list1"/>
    <dgm:cxn modelId="{AF4AD018-18A0-42D9-AA9D-3B8C1847F473}" type="presParOf" srcId="{D22AA9AC-E2CC-4B26-9D0E-F6338D9336DB}" destId="{9C3E7E4F-EF75-4A25-9065-BEC8CB15F09C}" srcOrd="1" destOrd="0" presId="urn:microsoft.com/office/officeart/2005/8/layout/list1"/>
    <dgm:cxn modelId="{20E50EA3-F7FF-4C77-A8F1-9F01B21AF05A}" type="presParOf" srcId="{8B3AFE47-1B8F-4024-B8D8-2E4C66066918}" destId="{730C248C-42AB-473C-A3B4-9F42CB0FCF3D}" srcOrd="5" destOrd="0" presId="urn:microsoft.com/office/officeart/2005/8/layout/list1"/>
    <dgm:cxn modelId="{F7BB66ED-9E99-4779-B5DE-B007A607D225}" type="presParOf" srcId="{8B3AFE47-1B8F-4024-B8D8-2E4C66066918}" destId="{4468CC08-9E2D-45B1-8EC8-2B98ED54E05E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A62E11C-DC41-452D-959C-154A5F6338A8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EE7BF482-1DF8-4D5C-8E94-AE5B4A2B756E}">
      <dgm:prSet/>
      <dgm:spPr/>
      <dgm:t>
        <a:bodyPr/>
        <a:lstStyle/>
        <a:p>
          <a:r>
            <a:rPr lang="en-US"/>
            <a:t>An object is allowed to be moved.</a:t>
          </a:r>
        </a:p>
      </dgm:t>
    </dgm:pt>
    <dgm:pt modelId="{A61EC07F-E7EA-410A-98E3-5267E64A29A4}" type="parTrans" cxnId="{36FF9903-16D3-43A5-A3FD-C0F410BF4D45}">
      <dgm:prSet/>
      <dgm:spPr/>
      <dgm:t>
        <a:bodyPr/>
        <a:lstStyle/>
        <a:p>
          <a:endParaRPr lang="en-US"/>
        </a:p>
      </dgm:t>
    </dgm:pt>
    <dgm:pt modelId="{68C020F1-A82E-4131-86B0-4136714D620E}" type="sibTrans" cxnId="{36FF9903-16D3-43A5-A3FD-C0F410BF4D45}">
      <dgm:prSet/>
      <dgm:spPr/>
      <dgm:t>
        <a:bodyPr/>
        <a:lstStyle/>
        <a:p>
          <a:endParaRPr lang="en-US"/>
        </a:p>
      </dgm:t>
    </dgm:pt>
    <dgm:pt modelId="{0DEC3578-F694-4E36-97EF-E48EABA5ACFA}">
      <dgm:prSet/>
      <dgm:spPr/>
      <dgm:t>
        <a:bodyPr/>
        <a:lstStyle/>
        <a:p>
          <a:r>
            <a:rPr lang="en-US"/>
            <a:t>A ray has a time parameter.</a:t>
          </a:r>
        </a:p>
      </dgm:t>
    </dgm:pt>
    <dgm:pt modelId="{CE6EE75F-C418-4585-B1C7-CC6A09324719}" type="parTrans" cxnId="{4C597BDC-9AE2-43F2-96AC-5A5DB1938BFE}">
      <dgm:prSet/>
      <dgm:spPr/>
      <dgm:t>
        <a:bodyPr/>
        <a:lstStyle/>
        <a:p>
          <a:endParaRPr lang="en-US"/>
        </a:p>
      </dgm:t>
    </dgm:pt>
    <dgm:pt modelId="{5C1D3AA3-73C3-492C-A3F6-3C5F04266487}" type="sibTrans" cxnId="{4C597BDC-9AE2-43F2-96AC-5A5DB1938BFE}">
      <dgm:prSet/>
      <dgm:spPr/>
      <dgm:t>
        <a:bodyPr/>
        <a:lstStyle/>
        <a:p>
          <a:endParaRPr lang="en-US"/>
        </a:p>
      </dgm:t>
    </dgm:pt>
    <dgm:pt modelId="{1FE33363-07E1-418F-9ECA-4542DA8A235C}" type="pres">
      <dgm:prSet presAssocID="{3A62E11C-DC41-452D-959C-154A5F6338A8}" presName="diagram" presStyleCnt="0">
        <dgm:presLayoutVars>
          <dgm:dir/>
          <dgm:resizeHandles val="exact"/>
        </dgm:presLayoutVars>
      </dgm:prSet>
      <dgm:spPr/>
    </dgm:pt>
    <dgm:pt modelId="{2F6EE973-6F69-4923-8EB3-DFECD099B7C3}" type="pres">
      <dgm:prSet presAssocID="{EE7BF482-1DF8-4D5C-8E94-AE5B4A2B756E}" presName="node" presStyleLbl="node1" presStyleIdx="0" presStyleCnt="2">
        <dgm:presLayoutVars>
          <dgm:bulletEnabled val="1"/>
        </dgm:presLayoutVars>
      </dgm:prSet>
      <dgm:spPr/>
    </dgm:pt>
    <dgm:pt modelId="{CC06BCA9-C823-45F5-B96B-F6F3F1910DD7}" type="pres">
      <dgm:prSet presAssocID="{68C020F1-A82E-4131-86B0-4136714D620E}" presName="sibTrans" presStyleCnt="0"/>
      <dgm:spPr/>
    </dgm:pt>
    <dgm:pt modelId="{08287DE2-E6AD-49F9-9E80-AF3BA38D4448}" type="pres">
      <dgm:prSet presAssocID="{0DEC3578-F694-4E36-97EF-E48EABA5ACFA}" presName="node" presStyleLbl="node1" presStyleIdx="1" presStyleCnt="2">
        <dgm:presLayoutVars>
          <dgm:bulletEnabled val="1"/>
        </dgm:presLayoutVars>
      </dgm:prSet>
      <dgm:spPr/>
    </dgm:pt>
  </dgm:ptLst>
  <dgm:cxnLst>
    <dgm:cxn modelId="{36FF9903-16D3-43A5-A3FD-C0F410BF4D45}" srcId="{3A62E11C-DC41-452D-959C-154A5F6338A8}" destId="{EE7BF482-1DF8-4D5C-8E94-AE5B4A2B756E}" srcOrd="0" destOrd="0" parTransId="{A61EC07F-E7EA-410A-98E3-5267E64A29A4}" sibTransId="{68C020F1-A82E-4131-86B0-4136714D620E}"/>
    <dgm:cxn modelId="{C3461F27-7326-4579-B01B-58B4C46A100D}" type="presOf" srcId="{0DEC3578-F694-4E36-97EF-E48EABA5ACFA}" destId="{08287DE2-E6AD-49F9-9E80-AF3BA38D4448}" srcOrd="0" destOrd="0" presId="urn:microsoft.com/office/officeart/2005/8/layout/default"/>
    <dgm:cxn modelId="{03D12E68-3726-41E5-B5CA-A6408E585C85}" type="presOf" srcId="{3A62E11C-DC41-452D-959C-154A5F6338A8}" destId="{1FE33363-07E1-418F-9ECA-4542DA8A235C}" srcOrd="0" destOrd="0" presId="urn:microsoft.com/office/officeart/2005/8/layout/default"/>
    <dgm:cxn modelId="{34D12BDC-95C3-4775-B9BC-5C236E3244A4}" type="presOf" srcId="{EE7BF482-1DF8-4D5C-8E94-AE5B4A2B756E}" destId="{2F6EE973-6F69-4923-8EB3-DFECD099B7C3}" srcOrd="0" destOrd="0" presId="urn:microsoft.com/office/officeart/2005/8/layout/default"/>
    <dgm:cxn modelId="{4C597BDC-9AE2-43F2-96AC-5A5DB1938BFE}" srcId="{3A62E11C-DC41-452D-959C-154A5F6338A8}" destId="{0DEC3578-F694-4E36-97EF-E48EABA5ACFA}" srcOrd="1" destOrd="0" parTransId="{CE6EE75F-C418-4585-B1C7-CC6A09324719}" sibTransId="{5C1D3AA3-73C3-492C-A3F6-3C5F04266487}"/>
    <dgm:cxn modelId="{E57F5495-13F7-4241-B983-45C542D3F091}" type="presParOf" srcId="{1FE33363-07E1-418F-9ECA-4542DA8A235C}" destId="{2F6EE973-6F69-4923-8EB3-DFECD099B7C3}" srcOrd="0" destOrd="0" presId="urn:microsoft.com/office/officeart/2005/8/layout/default"/>
    <dgm:cxn modelId="{DC97F441-0E4B-4C25-975C-1975666441F5}" type="presParOf" srcId="{1FE33363-07E1-418F-9ECA-4542DA8A235C}" destId="{CC06BCA9-C823-45F5-B96B-F6F3F1910DD7}" srcOrd="1" destOrd="0" presId="urn:microsoft.com/office/officeart/2005/8/layout/default"/>
    <dgm:cxn modelId="{AA7E1F25-4ABF-46ED-BB0D-CF30E6E900DB}" type="presParOf" srcId="{1FE33363-07E1-418F-9ECA-4542DA8A235C}" destId="{08287DE2-E6AD-49F9-9E80-AF3BA38D4448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2315F9-C23F-46F2-99F4-C9A3B221B90E}">
      <dsp:nvSpPr>
        <dsp:cNvPr id="0" name=""/>
        <dsp:cNvSpPr/>
      </dsp:nvSpPr>
      <dsp:spPr>
        <a:xfrm>
          <a:off x="0" y="1610959"/>
          <a:ext cx="6666833" cy="100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27C903-2B95-4901-B125-CDDB0866E18C}">
      <dsp:nvSpPr>
        <dsp:cNvPr id="0" name=""/>
        <dsp:cNvSpPr/>
      </dsp:nvSpPr>
      <dsp:spPr>
        <a:xfrm>
          <a:off x="333341" y="1020559"/>
          <a:ext cx="4666783" cy="11808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Depth of Field (DoF)</a:t>
          </a:r>
        </a:p>
      </dsp:txBody>
      <dsp:txXfrm>
        <a:off x="390983" y="1078201"/>
        <a:ext cx="4551499" cy="1065516"/>
      </dsp:txXfrm>
    </dsp:sp>
    <dsp:sp modelId="{4468CC08-9E2D-45B1-8EC8-2B98ED54E05E}">
      <dsp:nvSpPr>
        <dsp:cNvPr id="0" name=""/>
        <dsp:cNvSpPr/>
      </dsp:nvSpPr>
      <dsp:spPr>
        <a:xfrm>
          <a:off x="0" y="3425360"/>
          <a:ext cx="6666833" cy="100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3E7E4F-EF75-4A25-9065-BEC8CB15F09C}">
      <dsp:nvSpPr>
        <dsp:cNvPr id="0" name=""/>
        <dsp:cNvSpPr/>
      </dsp:nvSpPr>
      <dsp:spPr>
        <a:xfrm>
          <a:off x="333341" y="2834960"/>
          <a:ext cx="4666783" cy="1180800"/>
        </a:xfrm>
        <a:prstGeom prst="roundRect">
          <a:avLst/>
        </a:prstGeom>
        <a:gradFill rotWithShape="0">
          <a:gsLst>
            <a:gs pos="0">
              <a:schemeClr val="accent2">
                <a:hueOff val="-1455363"/>
                <a:satOff val="-83928"/>
                <a:lumOff val="862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455363"/>
                <a:satOff val="-83928"/>
                <a:lumOff val="862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455363"/>
                <a:satOff val="-83928"/>
                <a:lumOff val="862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Motion blur</a:t>
          </a:r>
        </a:p>
      </dsp:txBody>
      <dsp:txXfrm>
        <a:off x="390983" y="2892602"/>
        <a:ext cx="4551499" cy="106551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6EE973-6F69-4923-8EB3-DFECD099B7C3}">
      <dsp:nvSpPr>
        <dsp:cNvPr id="0" name=""/>
        <dsp:cNvSpPr/>
      </dsp:nvSpPr>
      <dsp:spPr>
        <a:xfrm>
          <a:off x="1282" y="767156"/>
          <a:ext cx="5001852" cy="300111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0" tIns="228600" rIns="228600" bIns="228600" numCol="1" spcCol="1270" anchor="ctr" anchorCtr="0">
          <a:noAutofit/>
        </a:bodyPr>
        <a:lstStyle/>
        <a:p>
          <a:pPr marL="0" lvl="0" indent="0" algn="ctr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0" kern="1200"/>
            <a:t>An object is allowed to be moved.</a:t>
          </a:r>
        </a:p>
      </dsp:txBody>
      <dsp:txXfrm>
        <a:off x="1282" y="767156"/>
        <a:ext cx="5001852" cy="3001111"/>
      </dsp:txXfrm>
    </dsp:sp>
    <dsp:sp modelId="{08287DE2-E6AD-49F9-9E80-AF3BA38D4448}">
      <dsp:nvSpPr>
        <dsp:cNvPr id="0" name=""/>
        <dsp:cNvSpPr/>
      </dsp:nvSpPr>
      <dsp:spPr>
        <a:xfrm>
          <a:off x="5503320" y="767156"/>
          <a:ext cx="5001852" cy="300111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0" tIns="228600" rIns="228600" bIns="228600" numCol="1" spcCol="1270" anchor="ctr" anchorCtr="0">
          <a:noAutofit/>
        </a:bodyPr>
        <a:lstStyle/>
        <a:p>
          <a:pPr marL="0" lvl="0" indent="0" algn="ctr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0" kern="1200"/>
            <a:t>A ray has a time parameter.</a:t>
          </a:r>
        </a:p>
      </dsp:txBody>
      <dsp:txXfrm>
        <a:off x="5503320" y="767156"/>
        <a:ext cx="5001852" cy="300111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DBF32D-C93E-4414-8E3D-70BC2AF99A24}" type="datetimeFigureOut">
              <a:rPr lang="th-TH" smtClean="0"/>
              <a:t>11/02/69</a:t>
            </a:fld>
            <a:endParaRPr lang="th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4A99B5-3A67-4A20-A6CD-7D385CAA568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153592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Dof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found in many film / movie / game productions</a:t>
            </a:r>
          </a:p>
          <a:p>
            <a:r>
              <a:rPr lang="en-US" dirty="0">
                <a:sym typeface="Wingdings" panose="05000000000000000000" pitchFamily="2" charset="2"/>
              </a:rPr>
              <a:t>Related to human eyes</a:t>
            </a:r>
          </a:p>
          <a:p>
            <a:r>
              <a:rPr lang="en-US" dirty="0">
                <a:sym typeface="Wingdings" panose="05000000000000000000" pitchFamily="2" charset="2"/>
              </a:rPr>
              <a:t>Motion blur  giving clues of moving objects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4A99B5-3A67-4A20-A6CD-7D385CAA5687}" type="slidenum">
              <a:rPr lang="th-TH" smtClean="0"/>
              <a:t>2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5890710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definition</a:t>
            </a:r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4A99B5-3A67-4A20-A6CD-7D385CAA5687}" type="slidenum">
              <a:rPr lang="th-TH" smtClean="0"/>
              <a:t>3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0341090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Many parameters involve to focus.</a:t>
            </a:r>
          </a:p>
          <a:p>
            <a:endParaRPr lang="en-US" dirty="0"/>
          </a:p>
          <a:p>
            <a:r>
              <a:rPr lang="en-US" dirty="0"/>
              <a:t>This image is a typical focus scenario =</a:t>
            </a:r>
          </a:p>
          <a:p>
            <a:r>
              <a:rPr lang="en-US" dirty="0"/>
              <a:t>Sharp projection (projection in the focus) is at V</a:t>
            </a:r>
          </a:p>
          <a:p>
            <a:endParaRPr lang="en-US" dirty="0"/>
          </a:p>
          <a:p>
            <a:r>
              <a:rPr lang="en-US" dirty="0"/>
              <a:t>The equation shows sharp focus.</a:t>
            </a:r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4A99B5-3A67-4A20-A6CD-7D385CAA5687}" type="slidenum">
              <a:rPr lang="th-TH" smtClean="0"/>
              <a:t>4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5387668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if the object is moved out of the focus.</a:t>
            </a:r>
          </a:p>
          <a:p>
            <a:endParaRPr lang="en-US" dirty="0"/>
          </a:p>
          <a:p>
            <a:r>
              <a:rPr lang="en-US" dirty="0"/>
              <a:t>Image plane = where sensor lies</a:t>
            </a:r>
          </a:p>
          <a:p>
            <a:r>
              <a:rPr lang="en-US" dirty="0"/>
              <a:t>Focus scenario = dashed lines</a:t>
            </a:r>
          </a:p>
          <a:p>
            <a:r>
              <a:rPr lang="en-US" dirty="0"/>
              <a:t>DOF scenario = green lines</a:t>
            </a:r>
          </a:p>
          <a:p>
            <a:endParaRPr lang="en-US" dirty="0"/>
          </a:p>
          <a:p>
            <a:r>
              <a:rPr lang="en-US" dirty="0"/>
              <a:t>Class discussion</a:t>
            </a:r>
          </a:p>
          <a:p>
            <a:r>
              <a:rPr lang="en-US" dirty="0"/>
              <a:t>What parameters affect to circle of confusion ?</a:t>
            </a:r>
          </a:p>
          <a:p>
            <a:r>
              <a:rPr lang="en-US" dirty="0"/>
              <a:t>A – aperture </a:t>
            </a:r>
            <a:r>
              <a:rPr lang="en-US" dirty="0">
                <a:sym typeface="Wingdings" panose="05000000000000000000" pitchFamily="2" charset="2"/>
              </a:rPr>
              <a:t> affect to DOF 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4A99B5-3A67-4A20-A6CD-7D385CAA5687}" type="slidenum">
              <a:rPr lang="th-TH" smtClean="0"/>
              <a:t>5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8488866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put a camera at the pinhole. </a:t>
            </a:r>
          </a:p>
          <a:p>
            <a:r>
              <a:rPr lang="en-US" dirty="0"/>
              <a:t>Aperture = camera</a:t>
            </a:r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4A99B5-3A67-4A20-A6CD-7D385CAA5687}" type="slidenum">
              <a:rPr lang="th-TH" smtClean="0"/>
              <a:t>6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4715334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add lens to the pinhole = aperture added = circle of confusion created</a:t>
            </a:r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4A99B5-3A67-4A20-A6CD-7D385CAA5687}" type="slidenum">
              <a:rPr lang="th-TH" smtClean="0"/>
              <a:t>7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787616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parameters can be used to infer another one.</a:t>
            </a:r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4A99B5-3A67-4A20-A6CD-7D385CAA5687}" type="slidenum">
              <a:rPr lang="th-TH" smtClean="0"/>
              <a:t>9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9654111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(old) Ray origin = camera origin</a:t>
            </a:r>
          </a:p>
          <a:p>
            <a:r>
              <a:rPr lang="en-US" dirty="0"/>
              <a:t>(new) Ray origin = random inside a virtual lens (</a:t>
            </a:r>
            <a:r>
              <a:rPr lang="en-US" dirty="0" err="1"/>
              <a:t>DoF</a:t>
            </a:r>
            <a:r>
              <a:rPr lang="en-US" dirty="0"/>
              <a:t> applied)</a:t>
            </a:r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4A99B5-3A67-4A20-A6CD-7D385CAA5687}" type="slidenum">
              <a:rPr lang="th-TH" smtClean="0"/>
              <a:t>10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8070803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definition</a:t>
            </a:r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4A99B5-3A67-4A20-A6CD-7D385CAA5687}" type="slidenum">
              <a:rPr lang="th-TH" smtClean="0"/>
              <a:t>11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2709710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Taking a picture = capturing radiance + intrinsic parameters of the capturing device </a:t>
            </a:r>
          </a:p>
          <a:p>
            <a:r>
              <a:rPr lang="en-US" dirty="0"/>
              <a:t>Integrating over time domain if radiance changed over time or other parameters changed.</a:t>
            </a:r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4A99B5-3A67-4A20-A6CD-7D385CAA5687}" type="slidenum">
              <a:rPr lang="th-TH" smtClean="0"/>
              <a:t>12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2645406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4A99B5-3A67-4A20-A6CD-7D385CAA5687}" type="slidenum">
              <a:rPr lang="th-TH" smtClean="0"/>
              <a:t>13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637774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a bit about motion blur</a:t>
            </a:r>
          </a:p>
          <a:p>
            <a:pPr marL="285750" indent="-285750">
              <a:buFontTx/>
              <a:buChar char="-"/>
            </a:pPr>
            <a:r>
              <a:rPr lang="en-US" dirty="0"/>
              <a:t>Moving object -&gt; space parameter(according to time)</a:t>
            </a:r>
          </a:p>
          <a:p>
            <a:pPr marL="285750" indent="-285750">
              <a:buFontTx/>
              <a:buChar char="-"/>
            </a:pPr>
            <a:r>
              <a:rPr lang="en-US" dirty="0"/>
              <a:t>Time -&gt; time parameter</a:t>
            </a:r>
          </a:p>
          <a:p>
            <a:pPr marL="0" indent="0"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4A99B5-3A67-4A20-A6CD-7D385CAA5687}" type="slidenum">
              <a:rPr lang="th-TH" smtClean="0"/>
              <a:t>15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2667276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Enough ?</a:t>
            </a:r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4A99B5-3A67-4A20-A6CD-7D385CAA5687}" type="slidenum">
              <a:rPr lang="th-TH" smtClean="0"/>
              <a:t>17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5539216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4A99B5-3A67-4A20-A6CD-7D385CAA5687}" type="slidenum">
              <a:rPr lang="th-TH" smtClean="0"/>
              <a:t>18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3384179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B842F-8039-FF5F-FBE3-309B689984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1A5C14-1C21-49F0-440B-974CF792F9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5F4107-8EB2-052A-7CBA-382869DD4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0E81F-2781-4F1F-A4BD-72B1BF5533F9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516C5E-EE92-B8B8-9BE4-DD9CE4A3E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CA09FB-0A52-252D-53DD-E942F54AF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C6DC7-54D5-43CF-BBB1-E853B2761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092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18D06-AF53-7077-4510-C7E7B20C4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8B9CA-3243-6C31-422F-A364EB768B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B0C3B0-3D85-302A-93BC-DB1665B43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0E81F-2781-4F1F-A4BD-72B1BF5533F9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5C611-CE87-329E-AB9B-37020E33D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02B37-EB39-8E77-D619-5D4D2C1A2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C6DC7-54D5-43CF-BBB1-E853B2761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31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77C17-1475-BC00-FBDC-8DC190865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C6097F-8BE1-DAAE-6D55-E27CC8FF3C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95AF63-B475-5AED-11EF-02EC1B2D8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0E81F-2781-4F1F-A4BD-72B1BF5533F9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A8C266-0D57-5D0E-5A75-AABF6A097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2EDEFB-718D-35E0-5908-F04AAA98D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C6DC7-54D5-43CF-BBB1-E853B2761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907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19E26-0982-15BD-E513-42C0E3672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ED513-01AE-8692-9407-143FCDFC55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7A72E2-7F83-2CF4-6C1B-A658C545C1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7E83D8-FC10-34A3-6AEE-276B4FBDD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0E81F-2781-4F1F-A4BD-72B1BF5533F9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763C15-816E-02C8-AB8C-99BCD4981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A75D72-13AC-78A9-226E-3EC6B11E5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C6DC7-54D5-43CF-BBB1-E853B2761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393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44D59-6302-756E-BC50-63E3858E3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CF5A8F-BAF3-27CD-E71E-2D83995387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D3A827-9E74-06C3-FE7C-3E70F85848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0E748F-2DF6-C2C4-659E-FDBD3ACB7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34D036-7B6C-D830-0EBF-FA89FEEF97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3D039A-1965-569C-AA02-7C539391D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0E81F-2781-4F1F-A4BD-72B1BF5533F9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431926-A8C0-9265-185E-D1A066B9E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B59E2C-928C-87A7-9B18-83FCD227C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C6DC7-54D5-43CF-BBB1-E853B2761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862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4CC15-A826-E030-61EE-B0FC73BC4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FEA2A0-A8EF-6690-95A0-6C92012B1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0E81F-2781-4F1F-A4BD-72B1BF5533F9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E99707-52E1-2AB4-5F5A-3F2410327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21E0BE-63A7-2ABD-3E74-FF48B37D0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C6DC7-54D5-43CF-BBB1-E853B2761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069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2EC2AD-1799-905B-1332-A83DADCF0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0E81F-2781-4F1F-A4BD-72B1BF5533F9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0C5EDD-4A01-3E9D-54E9-F0E57FFE2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72528C-F5A6-EE1D-64EB-7A94C1017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C6DC7-54D5-43CF-BBB1-E853B2761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284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E49E1-3B73-1C14-AA18-00C778D58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E8D40-A8F3-604A-5D2B-564B5C9E53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7F40EE-CA85-1353-2811-03912E458D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C1C622-0784-D33A-D821-B4CEFB327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0E81F-2781-4F1F-A4BD-72B1BF5533F9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FD99AE-4279-9D3E-DC31-BBF1E7247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801F6C-9F73-1DDA-11ED-352F96F4A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C6DC7-54D5-43CF-BBB1-E853B2761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786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50771-3D4A-66C4-BD8E-BAEDC3A15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946C02-367F-393A-C43B-B55558AD56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45A3BD-3ABE-CE76-E498-98F388700E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4061CA-008F-4775-8132-2F799BF6F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0E81F-2781-4F1F-A4BD-72B1BF5533F9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EC44E8-876D-1C4D-F2CB-7F74AD68A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40BDCE-EECD-6975-375C-F95ABEF80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C6DC7-54D5-43CF-BBB1-E853B2761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066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19BC6-FEA1-1DB2-D284-0EE71BC6A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C907B0-58E7-EB5A-39C5-18D8A7C1F5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9FCBD5-7528-326F-319A-0E1C1A1CA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0E81F-2781-4F1F-A4BD-72B1BF5533F9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277FAF-B43E-F925-9B2A-CDCA3EEAC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709647-9089-F6C0-A9C2-A48648F5C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C6DC7-54D5-43CF-BBB1-E853B2761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326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A0A4D5-C74C-E9B1-9C53-641E054D85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2EACAF-1001-3564-374E-8CF9A9DE99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4DCE9E-9DC5-4153-411D-B4B7BD02C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0E81F-2781-4F1F-A4BD-72B1BF5533F9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FBF1CA-7BBE-D407-23F3-E525CBD90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23ED15-D477-27FF-660F-446728413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C6DC7-54D5-43CF-BBB1-E853B2761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115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F7CAC4-5132-F6E9-5EC6-BA9CE2C23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FCFDF7-76DC-A7A3-BE7E-9E120F539A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FA813D-0F9B-A693-49E6-E03EA14997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50E81F-2781-4F1F-A4BD-72B1BF5533F9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DF1B64-52C6-142B-B2A7-3FF9B5C9E0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CD8C95-A429-D3CB-F01D-D269B5F4A3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4C6DC7-54D5-43CF-BBB1-E853B2761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8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ga2O_Gb4pK4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39EC57-CC5B-C4E0-2294-D0475EA3AE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99769" y="991261"/>
            <a:ext cx="8055979" cy="301822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Ray Tracing </a:t>
            </a:r>
            <a:br>
              <a:rPr lang="en-US" sz="48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n-US" sz="48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in </a:t>
            </a:r>
            <a:br>
              <a:rPr lang="en-US" sz="4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n-US" sz="4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Entertainment Industry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5545017-2445-4AB3-95A6-48F17C802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3B5D580-007D-4215-A10B-C8CF12EE02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4228C19-035F-4E8E-BAFD-56EC684B6F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10D7C81-A1BE-4720-A66D-AEF9A11A54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BF18FEE-BE44-4F4A-AA4E-EC795CB0B9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B10197EC-F6A4-8ADD-8624-50B344133D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72899" y="4009483"/>
            <a:ext cx="5709721" cy="2430864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2"/>
              </a:solidFill>
            </a:endParaRPr>
          </a:p>
          <a:p>
            <a:r>
              <a:rPr lang="en-US" sz="2000" dirty="0">
                <a:solidFill>
                  <a:schemeClr val="tx2"/>
                </a:solidFill>
              </a:rPr>
              <a:t>Tanaboon Tongbuasirilai</a:t>
            </a:r>
          </a:p>
          <a:p>
            <a:r>
              <a:rPr lang="en-US" sz="2000" dirty="0">
                <a:solidFill>
                  <a:schemeClr val="tx2"/>
                </a:solidFill>
              </a:rPr>
              <a:t>Dept. Computer Science</a:t>
            </a:r>
          </a:p>
          <a:p>
            <a:r>
              <a:rPr lang="en-US" sz="2000" dirty="0" err="1">
                <a:solidFill>
                  <a:schemeClr val="tx2"/>
                </a:solidFill>
              </a:rPr>
              <a:t>Kasetsart</a:t>
            </a:r>
            <a:r>
              <a:rPr lang="en-US" sz="2000" dirty="0">
                <a:solidFill>
                  <a:schemeClr val="tx2"/>
                </a:solidFill>
              </a:rPr>
              <a:t> University</a:t>
            </a:r>
          </a:p>
          <a:p>
            <a:endParaRPr lang="en-US" sz="2000" dirty="0">
              <a:solidFill>
                <a:schemeClr val="tx2"/>
              </a:solidFill>
            </a:endParaRPr>
          </a:p>
          <a:p>
            <a:r>
              <a:rPr lang="en-US" sz="2000" dirty="0">
                <a:solidFill>
                  <a:schemeClr val="tx2"/>
                </a:solidFill>
              </a:rPr>
              <a:t>Week 10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6B7259D-F2AD-42FE-B984-6D1D74321C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-456264" y="3658536"/>
            <a:ext cx="3655725" cy="2743201"/>
            <a:chOff x="-305" y="-1"/>
            <a:chExt cx="3832880" cy="2876136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E5C38C6-2516-45D1-ADFC-3F59F8E34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C274C95-E7A7-401D-A8F5-FFF5EB9291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1D598C3-55D0-44FB-8766-A89B34B317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9EBC5C7-E54F-42F3-93F0-75AAC99FF9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44241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2FB13E-C11F-453B-509F-C3AD8C566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Simple visual effects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E081432-9AD5-006C-B643-224E9D74B0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8505178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72209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D595A6-5085-B2B3-A32D-1586208C5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Depth of Field (DoF)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FD64C-8443-B028-2A40-F98C1BA30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dirty="0"/>
              <a:t>Depth of field is the effect in which objects within some range of distances in a scene appear in focus, and objects nearer or farther than this range appear out of focus. </a:t>
            </a:r>
          </a:p>
          <a:p>
            <a:r>
              <a:rPr lang="en-US" dirty="0"/>
              <a:t>Depth of field is frequently used in photography and cinematography to direct the viewer's attention within the scene, and to give a better sense of depth within a scene.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FF0875-4C5A-0A94-833E-FB1DBA900827}"/>
              </a:ext>
            </a:extLst>
          </p:cNvPr>
          <p:cNvSpPr txBox="1"/>
          <p:nvPr/>
        </p:nvSpPr>
        <p:spPr>
          <a:xfrm>
            <a:off x="5466735" y="6262042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https://developer.nvidia.com/gpugems/gpugems/part-iv-image-processing/chapter-23-depth-field-survey-techniques</a:t>
            </a:r>
          </a:p>
        </p:txBody>
      </p:sp>
    </p:spTree>
    <p:extLst>
      <p:ext uri="{BB962C8B-B14F-4D97-AF65-F5344CB8AC3E}">
        <p14:creationId xmlns:p14="http://schemas.microsoft.com/office/powerpoint/2010/main" val="268808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9" name="Freeform: Shape 1038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201A35-2436-322B-5E74-C2F773642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Thin Lens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1C8EFE5-3F24-5546-DBE4-B90D5571E3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02428" y="1107728"/>
            <a:ext cx="7225748" cy="4642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C03DEF4-92E6-08B4-B69D-246454BFF61C}"/>
              </a:ext>
            </a:extLst>
          </p:cNvPr>
          <p:cNvSpPr txBox="1"/>
          <p:nvPr/>
        </p:nvSpPr>
        <p:spPr>
          <a:xfrm>
            <a:off x="5879690" y="628170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https://developer.nvidia.com/gpugems/gpugems/part-iv-image-processing/chapter-23-depth-field-survey-techniques</a:t>
            </a:r>
          </a:p>
        </p:txBody>
      </p:sp>
    </p:spTree>
    <p:extLst>
      <p:ext uri="{BB962C8B-B14F-4D97-AF65-F5344CB8AC3E}">
        <p14:creationId xmlns:p14="http://schemas.microsoft.com/office/powerpoint/2010/main" val="39144419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9F2B3-D320-C26E-77EF-FC9C7D7AF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3455821" cy="161620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Circle of Confusion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361379-2B1D-5630-8731-0D0CAF14FCF6}"/>
              </a:ext>
            </a:extLst>
          </p:cNvPr>
          <p:cNvSpPr txBox="1"/>
          <p:nvPr/>
        </p:nvSpPr>
        <p:spPr>
          <a:xfrm>
            <a:off x="876693" y="2533476"/>
            <a:ext cx="3455821" cy="204835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solidFill>
                  <a:schemeClr val="tx1"/>
                </a:solidFill>
              </a:rPr>
              <a:t>When the CoC is </a:t>
            </a:r>
            <a:r>
              <a:rPr lang="en-US" sz="2000" b="1" dirty="0">
                <a:solidFill>
                  <a:schemeClr val="tx1"/>
                </a:solidFill>
              </a:rPr>
              <a:t>smaller</a:t>
            </a:r>
            <a:r>
              <a:rPr lang="en-US" sz="2000" dirty="0">
                <a:solidFill>
                  <a:schemeClr val="tx1"/>
                </a:solidFill>
              </a:rPr>
              <a:t> than the size of a pixel, that pixel is in focus while a CoC </a:t>
            </a:r>
            <a:r>
              <a:rPr lang="en-US" sz="2000" b="1" dirty="0">
                <a:solidFill>
                  <a:schemeClr val="tx1"/>
                </a:solidFill>
              </a:rPr>
              <a:t>larger</a:t>
            </a:r>
            <a:r>
              <a:rPr lang="en-US" sz="2000" dirty="0">
                <a:solidFill>
                  <a:schemeClr val="tx1"/>
                </a:solidFill>
              </a:rPr>
              <a:t> than a pixel will be out of focus and cause blurring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9980584-990F-00F3-B1A3-76EB4C985A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87672" y="1117517"/>
            <a:ext cx="6389346" cy="4632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55" name="Group 2054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2056" name="Rectangle 2055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7" name="Rectangle 2056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2134B11-50E2-138D-895F-D61176C0CBCF}"/>
              </a:ext>
            </a:extLst>
          </p:cNvPr>
          <p:cNvSpPr txBox="1"/>
          <p:nvPr/>
        </p:nvSpPr>
        <p:spPr>
          <a:xfrm>
            <a:off x="6752893" y="6244280"/>
            <a:ext cx="4887556" cy="369332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Sharp focus line is depicted by green dashed lines.</a:t>
            </a:r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2FAD29D2-1EAC-62D0-4D5F-9A0DAB1397D9}"/>
              </a:ext>
            </a:extLst>
          </p:cNvPr>
          <p:cNvSpPr/>
          <p:nvPr/>
        </p:nvSpPr>
        <p:spPr>
          <a:xfrm rot="10800000">
            <a:off x="8798011" y="4581831"/>
            <a:ext cx="230658" cy="1493465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2835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0D7B6173-1D58-48E2-83CF-37350F31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1" name="Rectangle 3080">
            <a:extLst>
              <a:ext uri="{FF2B5EF4-FFF2-40B4-BE49-F238E27FC236}">
                <a16:creationId xmlns:a16="http://schemas.microsoft.com/office/drawing/2014/main" id="{3D4464D8-FD41-4EA2-9094-791BB1112F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83" name="Picture 3082">
            <a:extLst>
              <a:ext uri="{FF2B5EF4-FFF2-40B4-BE49-F238E27FC236}">
                <a16:creationId xmlns:a16="http://schemas.microsoft.com/office/drawing/2014/main" id="{B0DAC8FB-A162-44E3-A606-C855A03A5B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952" cy="6862380"/>
          </a:xfrm>
          <a:prstGeom prst="rect">
            <a:avLst/>
          </a:prstGeom>
        </p:spPr>
      </p:pic>
      <p:sp>
        <p:nvSpPr>
          <p:cNvPr id="3085" name="Rectangle 3084">
            <a:extLst>
              <a:ext uri="{FF2B5EF4-FFF2-40B4-BE49-F238E27FC236}">
                <a16:creationId xmlns:a16="http://schemas.microsoft.com/office/drawing/2014/main" id="{21BDEC81-16A7-4451-B893-C15000083B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87" name="Rectangle 3086">
            <a:extLst>
              <a:ext uri="{FF2B5EF4-FFF2-40B4-BE49-F238E27FC236}">
                <a16:creationId xmlns:a16="http://schemas.microsoft.com/office/drawing/2014/main" id="{514A1B69-F82D-4322-9669-42AC0CB70B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6678" y="0"/>
            <a:ext cx="11145980" cy="6870723"/>
          </a:xfrm>
          <a:prstGeom prst="rect">
            <a:avLst/>
          </a:prstGeom>
          <a:solidFill>
            <a:schemeClr val="bg1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217469-A2EA-BBEE-460E-546162259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965" y="549265"/>
            <a:ext cx="9792707" cy="1679489"/>
          </a:xfrm>
        </p:spPr>
        <p:txBody>
          <a:bodyPr anchor="b">
            <a:normAutofit/>
          </a:bodyPr>
          <a:lstStyle/>
          <a:p>
            <a:pPr algn="ctr"/>
            <a:r>
              <a:rPr lang="en-US" sz="4800"/>
              <a:t>A tricky camera model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3045F89-6D0A-18C0-70B9-31F44A2031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2536" y="3041216"/>
            <a:ext cx="6586893" cy="2966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D8E1766-E0F3-46C1-2DC7-D1529D77D5D6}"/>
              </a:ext>
            </a:extLst>
          </p:cNvPr>
          <p:cNvSpPr txBox="1"/>
          <p:nvPr/>
        </p:nvSpPr>
        <p:spPr>
          <a:xfrm>
            <a:off x="5415982" y="6296593"/>
            <a:ext cx="4676408" cy="338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813816">
              <a:spcAft>
                <a:spcPts val="600"/>
              </a:spcAft>
            </a:pPr>
            <a:r>
              <a:rPr lang="en-US" sz="1602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 far, we simulate this kind of pinhole camera model.</a:t>
            </a:r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2572979-088C-7F38-4EF7-2A7A36579346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6240680" y="2591947"/>
            <a:ext cx="1079126" cy="1908256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D43C932-15AA-15BD-45BE-86986A2EE029}"/>
              </a:ext>
            </a:extLst>
          </p:cNvPr>
          <p:cNvSpPr txBox="1"/>
          <p:nvPr/>
        </p:nvSpPr>
        <p:spPr>
          <a:xfrm>
            <a:off x="7319806" y="2422509"/>
            <a:ext cx="1998817" cy="338875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defTabSz="813816">
              <a:spcAft>
                <a:spcPts val="600"/>
              </a:spcAft>
            </a:pPr>
            <a:r>
              <a:rPr lang="en-US" sz="1602" kern="1200">
                <a:solidFill>
                  <a:srgbClr val="555555"/>
                </a:solidFill>
                <a:latin typeface="+mn-lt"/>
                <a:ea typeface="+mn-ea"/>
                <a:cs typeface="+mn-cs"/>
              </a:rPr>
              <a:t>Center of the camera.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4146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054E4B-E12B-3726-A1D3-241596D55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Adding Lens to the pinhole</a:t>
            </a:r>
          </a:p>
        </p:txBody>
      </p:sp>
      <p:sp>
        <p:nvSpPr>
          <p:cNvPr id="4105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568C2B86-1580-2C72-A39C-C9FE059411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65709" y="2633472"/>
            <a:ext cx="9657534" cy="3586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19423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B0B0E-EA6B-70F4-396E-DD3A2374E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</a:t>
            </a:r>
          </a:p>
        </p:txBody>
      </p:sp>
      <p:pic>
        <p:nvPicPr>
          <p:cNvPr id="5122" name="Picture 2" descr="DOF Camera">
            <a:extLst>
              <a:ext uri="{FF2B5EF4-FFF2-40B4-BE49-F238E27FC236}">
                <a16:creationId xmlns:a16="http://schemas.microsoft.com/office/drawing/2014/main" id="{6C125DC2-258E-630F-E4BE-FFDE06DF5E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3946" y="2190290"/>
            <a:ext cx="5115847" cy="3836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BE8C125-F5B2-ABBB-1E8D-ABAC4B209315}"/>
              </a:ext>
            </a:extLst>
          </p:cNvPr>
          <p:cNvSpPr txBox="1"/>
          <p:nvPr/>
        </p:nvSpPr>
        <p:spPr>
          <a:xfrm>
            <a:off x="6096000" y="6354375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https://steveharveynz.wordpress.com/2012/12/21/ray-tracer-part-5-depth-of-field/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9FFF90-DB78-7F31-8FB5-8B9419BE8E51}"/>
              </a:ext>
            </a:extLst>
          </p:cNvPr>
          <p:cNvSpPr txBox="1"/>
          <p:nvPr/>
        </p:nvSpPr>
        <p:spPr>
          <a:xfrm>
            <a:off x="7465967" y="4504932"/>
            <a:ext cx="3709348" cy="92333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- Lens has its radius.</a:t>
            </a:r>
          </a:p>
          <a:p>
            <a:r>
              <a:rPr lang="en-US" dirty="0"/>
              <a:t>- Do sampling inside lens radius.</a:t>
            </a:r>
          </a:p>
          <a:p>
            <a:r>
              <a:rPr lang="en-US" dirty="0"/>
              <a:t>- Take the average of sampled rays.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1E859D-CC2D-5ACC-9E93-555B432D0C2C}"/>
              </a:ext>
            </a:extLst>
          </p:cNvPr>
          <p:cNvSpPr txBox="1"/>
          <p:nvPr/>
        </p:nvSpPr>
        <p:spPr>
          <a:xfrm>
            <a:off x="7465967" y="2479317"/>
            <a:ext cx="3709349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Do sampling at the center of the lens.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A1A5A41A-8719-9A50-0242-78B272C9DF02}"/>
              </a:ext>
            </a:extLst>
          </p:cNvPr>
          <p:cNvSpPr/>
          <p:nvPr/>
        </p:nvSpPr>
        <p:spPr>
          <a:xfrm rot="10800000">
            <a:off x="5358580" y="2530068"/>
            <a:ext cx="1858296" cy="267832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990471BF-853F-42AA-E1CB-1BFF3C882502}"/>
              </a:ext>
            </a:extLst>
          </p:cNvPr>
          <p:cNvSpPr/>
          <p:nvPr/>
        </p:nvSpPr>
        <p:spPr>
          <a:xfrm rot="10800000">
            <a:off x="5479990" y="4781931"/>
            <a:ext cx="1736886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3909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733B902-182D-AC5B-FA0F-267FA50A10B7}"/>
              </a:ext>
            </a:extLst>
          </p:cNvPr>
          <p:cNvSpPr/>
          <p:nvPr/>
        </p:nvSpPr>
        <p:spPr>
          <a:xfrm>
            <a:off x="6921911" y="2153265"/>
            <a:ext cx="3952566" cy="3510116"/>
          </a:xfrm>
          <a:prstGeom prst="rect">
            <a:avLst/>
          </a:prstGeom>
          <a:scene3d>
            <a:camera prst="isometricOffAxis1Left"/>
            <a:lightRig rig="threePt" dir="t"/>
          </a:scene3d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C5FDA2-994B-B39F-023A-729703A21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Lens radius </a:t>
            </a:r>
            <a:r>
              <a:rPr lang="en-US" dirty="0"/>
              <a:t>can be found by using </a:t>
            </a:r>
            <a:r>
              <a:rPr lang="en-US" b="1" dirty="0"/>
              <a:t>Focus distance</a:t>
            </a:r>
            <a:r>
              <a:rPr lang="en-US" dirty="0"/>
              <a:t> and </a:t>
            </a:r>
            <a:r>
              <a:rPr lang="en-US" b="1" dirty="0"/>
              <a:t>Defocus angle</a:t>
            </a:r>
            <a:r>
              <a:rPr lang="en-US" dirty="0"/>
              <a:t>.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D956AC9-6DEA-0868-A734-9B82CD3C70CC}"/>
              </a:ext>
            </a:extLst>
          </p:cNvPr>
          <p:cNvSpPr/>
          <p:nvPr/>
        </p:nvSpPr>
        <p:spPr>
          <a:xfrm>
            <a:off x="3323302" y="2045109"/>
            <a:ext cx="1081550" cy="361827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AD7160C9-5C33-233A-BD12-35D3A427BBFC}"/>
              </a:ext>
            </a:extLst>
          </p:cNvPr>
          <p:cNvSpPr/>
          <p:nvPr/>
        </p:nvSpPr>
        <p:spPr>
          <a:xfrm>
            <a:off x="2556387" y="2045109"/>
            <a:ext cx="206478" cy="1838633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7BD64F-254F-6EBE-74D2-B8EA96FC5316}"/>
              </a:ext>
            </a:extLst>
          </p:cNvPr>
          <p:cNvSpPr txBox="1"/>
          <p:nvPr/>
        </p:nvSpPr>
        <p:spPr>
          <a:xfrm>
            <a:off x="1749756" y="2779759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Radius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B585526-8FCF-60B9-0DDE-09168BB4C4B2}"/>
              </a:ext>
            </a:extLst>
          </p:cNvPr>
          <p:cNvCxnSpPr>
            <a:cxnSpLocks/>
          </p:cNvCxnSpPr>
          <p:nvPr/>
        </p:nvCxnSpPr>
        <p:spPr>
          <a:xfrm>
            <a:off x="1671484" y="3883742"/>
            <a:ext cx="953729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1C3C4A0-DE2C-9F15-550E-BF25DE866641}"/>
              </a:ext>
            </a:extLst>
          </p:cNvPr>
          <p:cNvGrpSpPr/>
          <p:nvPr/>
        </p:nvGrpSpPr>
        <p:grpSpPr>
          <a:xfrm>
            <a:off x="3864077" y="2045109"/>
            <a:ext cx="4984955" cy="3618272"/>
            <a:chOff x="3864077" y="2045109"/>
            <a:chExt cx="4984955" cy="3618272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F05760-5918-E0FB-70A5-FACC757C530D}"/>
                </a:ext>
              </a:extLst>
            </p:cNvPr>
            <p:cNvCxnSpPr>
              <a:stCxn id="4" idx="0"/>
            </p:cNvCxnSpPr>
            <p:nvPr/>
          </p:nvCxnSpPr>
          <p:spPr>
            <a:xfrm>
              <a:off x="3864077" y="2045109"/>
              <a:ext cx="4984955" cy="1838633"/>
            </a:xfrm>
            <a:prstGeom prst="line">
              <a:avLst/>
            </a:prstGeom>
            <a:ln w="12700"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1203157-3F98-6C97-942C-80612EBCFC1D}"/>
                </a:ext>
              </a:extLst>
            </p:cNvPr>
            <p:cNvCxnSpPr>
              <a:stCxn id="4" idx="4"/>
            </p:cNvCxnSpPr>
            <p:nvPr/>
          </p:nvCxnSpPr>
          <p:spPr>
            <a:xfrm flipV="1">
              <a:off x="3864077" y="3883742"/>
              <a:ext cx="4984955" cy="1779639"/>
            </a:xfrm>
            <a:prstGeom prst="line">
              <a:avLst/>
            </a:prstGeom>
            <a:ln w="12700"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9E5A94EF-8DB4-2E06-4880-E8B622E14A60}"/>
              </a:ext>
            </a:extLst>
          </p:cNvPr>
          <p:cNvSpPr txBox="1"/>
          <p:nvPr/>
        </p:nvSpPr>
        <p:spPr>
          <a:xfrm>
            <a:off x="9212826" y="1545189"/>
            <a:ext cx="1417439" cy="64633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- Virtual film</a:t>
            </a:r>
          </a:p>
          <a:p>
            <a:r>
              <a:rPr lang="en-US" dirty="0"/>
              <a:t>- Focus plane</a:t>
            </a:r>
          </a:p>
        </p:txBody>
      </p:sp>
      <p:sp>
        <p:nvSpPr>
          <p:cNvPr id="20" name="Cube 19">
            <a:extLst>
              <a:ext uri="{FF2B5EF4-FFF2-40B4-BE49-F238E27FC236}">
                <a16:creationId xmlns:a16="http://schemas.microsoft.com/office/drawing/2014/main" id="{59AF7C56-6695-604D-8438-B6A0AB4D94E4}"/>
              </a:ext>
            </a:extLst>
          </p:cNvPr>
          <p:cNvSpPr/>
          <p:nvPr/>
        </p:nvSpPr>
        <p:spPr>
          <a:xfrm>
            <a:off x="10546229" y="2934573"/>
            <a:ext cx="1325089" cy="1480377"/>
          </a:xfrm>
          <a:prstGeom prst="cub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Left Brace 20">
            <a:extLst>
              <a:ext uri="{FF2B5EF4-FFF2-40B4-BE49-F238E27FC236}">
                <a16:creationId xmlns:a16="http://schemas.microsoft.com/office/drawing/2014/main" id="{21E9B416-2167-DABC-8CBA-886399E8D4C2}"/>
              </a:ext>
            </a:extLst>
          </p:cNvPr>
          <p:cNvSpPr/>
          <p:nvPr/>
        </p:nvSpPr>
        <p:spPr>
          <a:xfrm rot="16200000">
            <a:off x="6116805" y="3525324"/>
            <a:ext cx="479501" cy="4984956"/>
          </a:xfrm>
          <a:prstGeom prst="leftBrac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E0389D2-1916-6315-8266-91609FC87072}"/>
              </a:ext>
            </a:extLst>
          </p:cNvPr>
          <p:cNvSpPr txBox="1"/>
          <p:nvPr/>
        </p:nvSpPr>
        <p:spPr>
          <a:xfrm>
            <a:off x="5579995" y="6284281"/>
            <a:ext cx="1553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Focus distance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726C69-EA72-BA7D-D705-1B0123AA2F9E}"/>
              </a:ext>
            </a:extLst>
          </p:cNvPr>
          <p:cNvSpPr txBox="1"/>
          <p:nvPr/>
        </p:nvSpPr>
        <p:spPr>
          <a:xfrm>
            <a:off x="6056670" y="3658902"/>
            <a:ext cx="15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Defocus angle</a:t>
            </a:r>
          </a:p>
        </p:txBody>
      </p:sp>
      <p:sp>
        <p:nvSpPr>
          <p:cNvPr id="24" name="Arc 23">
            <a:extLst>
              <a:ext uri="{FF2B5EF4-FFF2-40B4-BE49-F238E27FC236}">
                <a16:creationId xmlns:a16="http://schemas.microsoft.com/office/drawing/2014/main" id="{69B3950F-EE99-C223-BC65-8DDBD78D08CD}"/>
              </a:ext>
            </a:extLst>
          </p:cNvPr>
          <p:cNvSpPr/>
          <p:nvPr/>
        </p:nvSpPr>
        <p:spPr>
          <a:xfrm rot="11937383">
            <a:off x="5705552" y="2623287"/>
            <a:ext cx="1278192" cy="2384679"/>
          </a:xfrm>
          <a:prstGeom prst="arc">
            <a:avLst>
              <a:gd name="adj1" fmla="val 16200000"/>
              <a:gd name="adj2" fmla="val 342293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4448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B47FC9C-2ED3-4100-A4EF-E8CDFEE106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30580BF-8727-E9EC-8731-1C5257CCE7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8" y="1157288"/>
            <a:ext cx="10904538" cy="10509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99764FE-27F7-6318-1679-49286F2ADB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8" y="2282825"/>
            <a:ext cx="10904538" cy="230028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A7BC2E6-3154-5EAF-3FE2-EB5DFBCF5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58141"/>
            <a:ext cx="10515600" cy="94266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Add DoF in our code</a:t>
            </a:r>
          </a:p>
        </p:txBody>
      </p:sp>
    </p:spTree>
    <p:extLst>
      <p:ext uri="{BB962C8B-B14F-4D97-AF65-F5344CB8AC3E}">
        <p14:creationId xmlns:p14="http://schemas.microsoft.com/office/powerpoint/2010/main" val="38310693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C5B245-4657-5718-5232-8A9B7587A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Motion Blur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00DFA6-C0ED-F68B-3692-01E646F18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dirty="0"/>
              <a:t>“Motion blur is an effect that manifests as </a:t>
            </a:r>
            <a:r>
              <a:rPr lang="en-US" b="1" dirty="0"/>
              <a:t>a visible streak </a:t>
            </a:r>
            <a:r>
              <a:rPr lang="en-US" dirty="0"/>
              <a:t>generated by </a:t>
            </a:r>
            <a:r>
              <a:rPr lang="en-US" b="1" dirty="0"/>
              <a:t>the movement of an object in front of a recording device</a:t>
            </a:r>
            <a:r>
              <a:rPr lang="en-US" dirty="0"/>
              <a:t>. It is the result of combining apparent motion in the scene and an imaging media that integrates light </a:t>
            </a:r>
            <a:r>
              <a:rPr lang="en-US" b="1" dirty="0"/>
              <a:t>during a finite exposure time</a:t>
            </a:r>
            <a:r>
              <a:rPr lang="en-US" dirty="0"/>
              <a:t>. This relative motion can be </a:t>
            </a:r>
            <a:r>
              <a:rPr lang="en-US" b="1" dirty="0"/>
              <a:t>produced from object movement and camera movement </a:t>
            </a:r>
            <a:r>
              <a:rPr lang="en-US" dirty="0"/>
              <a:t>and can be observed both in still pictures and image sequences. In general, sequences containing a moderate amount of motion blur are perceived as natural, whereas its total absence produces jerky and strobing movement”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6C5E41-90A2-B310-A8D5-E672DAA9CBDC}"/>
              </a:ext>
            </a:extLst>
          </p:cNvPr>
          <p:cNvSpPr txBox="1"/>
          <p:nvPr/>
        </p:nvSpPr>
        <p:spPr>
          <a:xfrm>
            <a:off x="7344697" y="6492875"/>
            <a:ext cx="46899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https://graphics.unizar.es/papers/Navarro_motionblur.pdf</a:t>
            </a:r>
          </a:p>
        </p:txBody>
      </p:sp>
    </p:spTree>
    <p:extLst>
      <p:ext uri="{BB962C8B-B14F-4D97-AF65-F5344CB8AC3E}">
        <p14:creationId xmlns:p14="http://schemas.microsoft.com/office/powerpoint/2010/main" val="35748800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301F447-EEF7-48F5-AF73-7566EE7F6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3FC22E-520B-AE9C-9D54-322876447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34644"/>
            <a:ext cx="10509504" cy="1076914"/>
          </a:xfrm>
        </p:spPr>
        <p:txBody>
          <a:bodyPr anchor="ctr">
            <a:normAutofit/>
          </a:bodyPr>
          <a:lstStyle/>
          <a:p>
            <a:r>
              <a:rPr lang="en-US" sz="4000"/>
              <a:t>Origin of the phenomenon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7117410-A2A4-4085-9ADC-46744551DB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2772" y="0"/>
            <a:ext cx="10506456" cy="1913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9F74EB5-E547-4FB4-95F5-BCC788F3C4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1512994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F40EE5-3917-F6A0-DBE3-56C0CF2DE7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957" y="3848113"/>
            <a:ext cx="4280321" cy="8931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684D2B1-DC73-A696-145C-FC59BAC96156}"/>
              </a:ext>
            </a:extLst>
          </p:cNvPr>
          <p:cNvSpPr txBox="1"/>
          <p:nvPr/>
        </p:nvSpPr>
        <p:spPr>
          <a:xfrm>
            <a:off x="5919483" y="4047672"/>
            <a:ext cx="5054375" cy="40835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defTabSz="1005840">
              <a:spcAft>
                <a:spcPts val="600"/>
              </a:spcAft>
            </a:pPr>
            <a:r>
              <a:rPr lang="en-US" sz="1980" kern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Time is one of the most important parameters.</a:t>
            </a:r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B007621-9053-A677-DD18-3E915B85A053}"/>
              </a:ext>
            </a:extLst>
          </p:cNvPr>
          <p:cNvCxnSpPr>
            <a:cxnSpLocks/>
          </p:cNvCxnSpPr>
          <p:nvPr/>
        </p:nvCxnSpPr>
        <p:spPr>
          <a:xfrm>
            <a:off x="4370443" y="4580238"/>
            <a:ext cx="0" cy="65867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3A398D9-8AA5-5245-D78D-7164AE824049}"/>
              </a:ext>
            </a:extLst>
          </p:cNvPr>
          <p:cNvSpPr txBox="1"/>
          <p:nvPr/>
        </p:nvSpPr>
        <p:spPr>
          <a:xfrm>
            <a:off x="4196166" y="5328213"/>
            <a:ext cx="1150623" cy="40835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defTabSz="1005840">
              <a:spcAft>
                <a:spcPts val="600"/>
              </a:spcAft>
            </a:pPr>
            <a:r>
              <a:rPr lang="en-US" sz="1980" kern="1200">
                <a:solidFill>
                  <a:srgbClr val="555555"/>
                </a:solidFill>
                <a:latin typeface="+mn-lt"/>
                <a:ea typeface="+mn-ea"/>
                <a:cs typeface="+mn-cs"/>
              </a:rPr>
              <a:t>Radiance</a:t>
            </a:r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CFA2E63-8ECD-D47B-5063-BA712A1C49E3}"/>
              </a:ext>
            </a:extLst>
          </p:cNvPr>
          <p:cNvCxnSpPr>
            <a:cxnSpLocks/>
          </p:cNvCxnSpPr>
          <p:nvPr/>
        </p:nvCxnSpPr>
        <p:spPr>
          <a:xfrm>
            <a:off x="3215134" y="4580238"/>
            <a:ext cx="0" cy="131734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AB65F13-C030-F523-5A46-518CB1A4629E}"/>
              </a:ext>
            </a:extLst>
          </p:cNvPr>
          <p:cNvSpPr txBox="1"/>
          <p:nvPr/>
        </p:nvSpPr>
        <p:spPr>
          <a:xfrm>
            <a:off x="3019453" y="6115002"/>
            <a:ext cx="6623844" cy="4083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defTabSz="1005840">
              <a:spcAft>
                <a:spcPts val="600"/>
              </a:spcAft>
            </a:pPr>
            <a:r>
              <a:rPr lang="en-US" sz="1980" kern="1200">
                <a:solidFill>
                  <a:schemeClr val="dk1"/>
                </a:solidFill>
                <a:latin typeface="+mn-lt"/>
                <a:ea typeface="+mn-ea"/>
                <a:cs typeface="+mn-cs"/>
              </a:rPr>
              <a:t>Relevant parameters such as optics, shutter, aperture and film.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3A6E5B-36A0-0B08-D6C8-55ED7185AED4}"/>
              </a:ext>
            </a:extLst>
          </p:cNvPr>
          <p:cNvSpPr txBox="1"/>
          <p:nvPr/>
        </p:nvSpPr>
        <p:spPr>
          <a:xfrm>
            <a:off x="3144443" y="1658258"/>
            <a:ext cx="6623844" cy="1015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dirty="0"/>
              <a:t>When taking a picture, scene radiance is captured by a camera. Additionally, intrinsic parameters of the capturing device influence to natural effects such as motion blur.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AADBCE-9E2B-CAD2-6133-FAD56703CEC7}"/>
              </a:ext>
            </a:extLst>
          </p:cNvPr>
          <p:cNvSpPr txBox="1"/>
          <p:nvPr/>
        </p:nvSpPr>
        <p:spPr>
          <a:xfrm>
            <a:off x="329514" y="2591441"/>
            <a:ext cx="2224215" cy="64633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Radiance information of an image</a:t>
            </a:r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3A214FAF-5688-E066-5FDC-E11BB7294DFC}"/>
              </a:ext>
            </a:extLst>
          </p:cNvPr>
          <p:cNvSpPr/>
          <p:nvPr/>
        </p:nvSpPr>
        <p:spPr>
          <a:xfrm>
            <a:off x="1243914" y="3428999"/>
            <a:ext cx="222421" cy="573999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6515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897850-7A81-9CB4-76AC-EF5810751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rgbClr val="FFFFFF"/>
                </a:solidFill>
              </a:rPr>
              <a:t>Formalized equation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876952CB-F11E-D5D8-89A1-B5D9AAB16B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52290"/>
            <a:ext cx="6638788" cy="1122802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3444966-BD55-C7E4-1B42-81B2D510D0CA}"/>
              </a:ext>
            </a:extLst>
          </p:cNvPr>
          <p:cNvCxnSpPr/>
          <p:nvPr/>
        </p:nvCxnSpPr>
        <p:spPr>
          <a:xfrm>
            <a:off x="4857181" y="2668882"/>
            <a:ext cx="0" cy="100761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FDB4053-314B-8511-98DF-DF386E62DD76}"/>
              </a:ext>
            </a:extLst>
          </p:cNvPr>
          <p:cNvSpPr txBox="1"/>
          <p:nvPr/>
        </p:nvSpPr>
        <p:spPr>
          <a:xfrm>
            <a:off x="4726190" y="3728443"/>
            <a:ext cx="4814569" cy="37849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defTabSz="932688">
              <a:spcAft>
                <a:spcPts val="600"/>
              </a:spcAft>
            </a:pPr>
            <a:r>
              <a:rPr lang="en-US" sz="1836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Geometric term (Occlusion term, Visibility term)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9" name="Picture 8" descr="A black and white math symbol&#10;&#10;Description automatically generated">
            <a:extLst>
              <a:ext uri="{FF2B5EF4-FFF2-40B4-BE49-F238E27FC236}">
                <a16:creationId xmlns:a16="http://schemas.microsoft.com/office/drawing/2014/main" id="{CBF66B96-3E95-F057-5E2C-E40EDC1F9A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8092" y="4429852"/>
            <a:ext cx="2838178" cy="458867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714A01F-59EB-A927-5834-7575C81A2058}"/>
              </a:ext>
            </a:extLst>
          </p:cNvPr>
          <p:cNvCxnSpPr>
            <a:cxnSpLocks/>
          </p:cNvCxnSpPr>
          <p:nvPr/>
        </p:nvCxnSpPr>
        <p:spPr>
          <a:xfrm>
            <a:off x="3874753" y="2655279"/>
            <a:ext cx="0" cy="177457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F112B3A-DDB9-6C9C-DF90-C57465A22EBA}"/>
              </a:ext>
            </a:extLst>
          </p:cNvPr>
          <p:cNvSpPr txBox="1"/>
          <p:nvPr/>
        </p:nvSpPr>
        <p:spPr>
          <a:xfrm>
            <a:off x="5129237" y="5722374"/>
            <a:ext cx="1354169" cy="378495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defTabSz="932688">
              <a:spcAft>
                <a:spcPts val="600"/>
              </a:spcAft>
            </a:pPr>
            <a:r>
              <a:rPr lang="en-US" sz="1836" kern="1200">
                <a:solidFill>
                  <a:srgbClr val="555555"/>
                </a:solidFill>
                <a:latin typeface="+mn-lt"/>
                <a:ea typeface="+mn-ea"/>
                <a:cs typeface="+mn-cs"/>
              </a:rPr>
              <a:t>Spatial term</a:t>
            </a:r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252C9F-067F-A51B-AF6C-D4F116EFCF69}"/>
              </a:ext>
            </a:extLst>
          </p:cNvPr>
          <p:cNvSpPr txBox="1"/>
          <p:nvPr/>
        </p:nvSpPr>
        <p:spPr>
          <a:xfrm>
            <a:off x="5681010" y="5287029"/>
            <a:ext cx="1604791" cy="37849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defTabSz="932688">
              <a:spcAft>
                <a:spcPts val="600"/>
              </a:spcAft>
            </a:pPr>
            <a:r>
              <a:rPr lang="en-US" sz="1836" kern="1200">
                <a:solidFill>
                  <a:srgbClr val="555555"/>
                </a:solidFill>
                <a:latin typeface="+mn-lt"/>
                <a:ea typeface="+mn-ea"/>
                <a:cs typeface="+mn-cs"/>
              </a:rPr>
              <a:t>Temporal term</a:t>
            </a:r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26BF99D-4A83-4D03-4473-1641E02FB113}"/>
              </a:ext>
            </a:extLst>
          </p:cNvPr>
          <p:cNvCxnSpPr>
            <a:cxnSpLocks/>
          </p:cNvCxnSpPr>
          <p:nvPr/>
        </p:nvCxnSpPr>
        <p:spPr>
          <a:xfrm>
            <a:off x="5224961" y="4969875"/>
            <a:ext cx="0" cy="54716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2FCB4E6-499B-0977-182E-B36C92A0408B}"/>
              </a:ext>
            </a:extLst>
          </p:cNvPr>
          <p:cNvCxnSpPr>
            <a:cxnSpLocks/>
          </p:cNvCxnSpPr>
          <p:nvPr/>
        </p:nvCxnSpPr>
        <p:spPr>
          <a:xfrm>
            <a:off x="5935332" y="4969874"/>
            <a:ext cx="0" cy="27358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B544DF3-D966-ECA0-6834-F9CA6187C8AB}"/>
              </a:ext>
            </a:extLst>
          </p:cNvPr>
          <p:cNvSpPr txBox="1"/>
          <p:nvPr/>
        </p:nvSpPr>
        <p:spPr>
          <a:xfrm>
            <a:off x="8362050" y="2169857"/>
            <a:ext cx="2991750" cy="378495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defTabSz="932688">
              <a:spcAft>
                <a:spcPts val="600"/>
              </a:spcAft>
            </a:pPr>
            <a:r>
              <a:rPr lang="en-US" sz="1836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Spatio</a:t>
            </a:r>
            <a:r>
              <a:rPr lang="en-US" sz="1836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-temporal relationship 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63165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E6EE1-1FB9-DDE8-2B42-F17BA7C30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interval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B7AA82-D64B-BC36-D004-56ACCC8BFA9F}"/>
              </a:ext>
            </a:extLst>
          </p:cNvPr>
          <p:cNvSpPr txBox="1"/>
          <p:nvPr/>
        </p:nvSpPr>
        <p:spPr>
          <a:xfrm>
            <a:off x="838200" y="2456905"/>
            <a:ext cx="78854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Time Interval Ray Tracing for Motion Blur (TVCG 2017) (youtube.com)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99980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301F447-EEF7-48F5-AF73-7566EE7F6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63BB2A-E187-C23A-08D1-27FD693E2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34644"/>
            <a:ext cx="10509504" cy="1076914"/>
          </a:xfrm>
        </p:spPr>
        <p:txBody>
          <a:bodyPr anchor="ctr">
            <a:normAutofit/>
          </a:bodyPr>
          <a:lstStyle/>
          <a:p>
            <a:r>
              <a:rPr lang="en-US" sz="4000"/>
              <a:t>A simplified Space-Time ray tracing for motion blur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117410-A2A4-4085-9ADC-46744551DB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2772" y="0"/>
            <a:ext cx="10506456" cy="1913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9F74EB5-E547-4FB4-95F5-BCC788F3C4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1512994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B4C501B-CE23-C701-02B5-FAC3F31605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1704482"/>
              </p:ext>
            </p:extLst>
          </p:nvPr>
        </p:nvGraphicFramePr>
        <p:xfrm>
          <a:off x="838200" y="1737360"/>
          <a:ext cx="10506456" cy="45354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835F2CC-EDEB-3A6C-DAA2-61314040C7F5}"/>
              </a:ext>
            </a:extLst>
          </p:cNvPr>
          <p:cNvSpPr txBox="1"/>
          <p:nvPr/>
        </p:nvSpPr>
        <p:spPr>
          <a:xfrm>
            <a:off x="1374303" y="6017197"/>
            <a:ext cx="9434249" cy="46166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400" dirty="0"/>
              <a:t>Key idea : A random time sample captures a moving object independently.</a:t>
            </a:r>
          </a:p>
        </p:txBody>
      </p:sp>
    </p:spTree>
    <p:extLst>
      <p:ext uri="{BB962C8B-B14F-4D97-AF65-F5344CB8AC3E}">
        <p14:creationId xmlns:p14="http://schemas.microsoft.com/office/powerpoint/2010/main" val="6822054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AC8D05-2F79-149E-649F-3BE5B6747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Updating Ray class</a:t>
            </a:r>
          </a:p>
        </p:txBody>
      </p:sp>
      <p:pic>
        <p:nvPicPr>
          <p:cNvPr id="5" name="Picture 4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F5E4D351-E083-5233-17B9-17FBAC1566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316" y="1503812"/>
            <a:ext cx="6780700" cy="3848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470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6646FC9-C66D-4EC7-8310-0DD4ACC49C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3473CF9-37EB-43E7-89EF-D2D1C53D1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615" y="221673"/>
            <a:ext cx="8384770" cy="1332634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534D76-FFE2-4DEC-4B6C-993CECCC3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3121" y="310343"/>
            <a:ext cx="7985759" cy="86882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/>
              <a:t>Updating an object class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86B4EF9-43BA-4655-A6FF-1D8E21574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3110" y="1211407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venir Next LT Pro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377C7F-0B69-A3DD-527E-9520FC3DEA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572" y="2348013"/>
            <a:ext cx="5596128" cy="36794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3C7D153-731D-BC78-F018-B4D0E4C5BF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302" y="2599839"/>
            <a:ext cx="5596128" cy="3175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7460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81915-5CBE-9DFC-9BE8-922739975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Updating scattering behavior 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9C501D-D11F-DDCB-9193-2590C458DF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950" y="1947776"/>
            <a:ext cx="6348375" cy="24163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DCB05FF-B02F-3B86-998B-D633647685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6463" y="4364162"/>
            <a:ext cx="6933585" cy="216491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93AAB7B-3D10-2DB5-9B3C-9C7F30EFFA26}"/>
              </a:ext>
            </a:extLst>
          </p:cNvPr>
          <p:cNvSpPr txBox="1"/>
          <p:nvPr/>
        </p:nvSpPr>
        <p:spPr>
          <a:xfrm>
            <a:off x="471950" y="1449900"/>
            <a:ext cx="1643591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A material class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5550C4-F061-C7E5-E8A3-AFA469C40289}"/>
              </a:ext>
            </a:extLst>
          </p:cNvPr>
          <p:cNvSpPr txBox="1"/>
          <p:nvPr/>
        </p:nvSpPr>
        <p:spPr>
          <a:xfrm>
            <a:off x="10057062" y="3788370"/>
            <a:ext cx="1772986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The camera class</a:t>
            </a:r>
          </a:p>
        </p:txBody>
      </p:sp>
    </p:spTree>
    <p:extLst>
      <p:ext uri="{BB962C8B-B14F-4D97-AF65-F5344CB8AC3E}">
        <p14:creationId xmlns:p14="http://schemas.microsoft.com/office/powerpoint/2010/main" val="5696492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96490-F200-A2D6-81C8-556A457CF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000">
                <a:cs typeface="Calibri Light"/>
              </a:rPr>
              <a:t>Codes and class assignment !</a:t>
            </a:r>
            <a:endParaRPr lang="en-US" sz="5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1091DB-8022-3264-11F9-5ABECB797C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200" dirty="0" err="1">
                <a:cs typeface="Calibri"/>
              </a:rPr>
              <a:t>Github</a:t>
            </a:r>
            <a:r>
              <a:rPr lang="en-US" sz="2200" dirty="0">
                <a:cs typeface="Calibri"/>
              </a:rPr>
              <a:t> : RT-python-week10</a:t>
            </a:r>
          </a:p>
          <a:p>
            <a:pPr lvl="1">
              <a:spcBef>
                <a:spcPts val="1000"/>
              </a:spcBef>
            </a:pPr>
            <a:r>
              <a:rPr lang="en-US" sz="2200" dirty="0">
                <a:cs typeface="Calibri"/>
              </a:rPr>
              <a:t>https://github.com/KUGA-01418283-Raytracing/RT-python-week10</a:t>
            </a:r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80D35A66-6723-D3A1-90F4-7E9D0FE6B03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3047" b="-1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3666438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8065</TotalTime>
  <Words>779</Words>
  <Application>Microsoft Office PowerPoint</Application>
  <PresentationFormat>Widescreen</PresentationFormat>
  <Paragraphs>110</Paragraphs>
  <Slides>19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Aptos</vt:lpstr>
      <vt:lpstr>Arial</vt:lpstr>
      <vt:lpstr>Avenir Next LT Pro</vt:lpstr>
      <vt:lpstr>Calibri</vt:lpstr>
      <vt:lpstr>Calibri Light</vt:lpstr>
      <vt:lpstr>Wingdings</vt:lpstr>
      <vt:lpstr>Office Theme</vt:lpstr>
      <vt:lpstr>Ray Tracing  in  Entertainment Industry</vt:lpstr>
      <vt:lpstr>Simple visual effects</vt:lpstr>
      <vt:lpstr>Depth of Field (DoF)</vt:lpstr>
      <vt:lpstr>Thin Lens</vt:lpstr>
      <vt:lpstr>Circle of Confusion</vt:lpstr>
      <vt:lpstr>A tricky camera model</vt:lpstr>
      <vt:lpstr>Adding Lens to the pinhole</vt:lpstr>
      <vt:lpstr>Comparison</vt:lpstr>
      <vt:lpstr>Lens radius can be found by using Focus distance and Defocus angle.</vt:lpstr>
      <vt:lpstr>Add DoF in our code</vt:lpstr>
      <vt:lpstr>Motion Blur</vt:lpstr>
      <vt:lpstr>Origin of the phenomenon</vt:lpstr>
      <vt:lpstr>Formalized equation</vt:lpstr>
      <vt:lpstr>Time interval</vt:lpstr>
      <vt:lpstr>A simplified Space-Time ray tracing for motion blur</vt:lpstr>
      <vt:lpstr>Updating Ray class</vt:lpstr>
      <vt:lpstr>Updating an object class</vt:lpstr>
      <vt:lpstr>Updating scattering behavior !</vt:lpstr>
      <vt:lpstr>Codes and class assignment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Ray Tracing  for  Entertainment Industry</dc:title>
  <dc:creator>Tanaboon Tongbuasirilai</dc:creator>
  <cp:lastModifiedBy>Tanaboon TONGBUASIRILAI</cp:lastModifiedBy>
  <cp:revision>85</cp:revision>
  <dcterms:created xsi:type="dcterms:W3CDTF">2023-12-05T07:51:21Z</dcterms:created>
  <dcterms:modified xsi:type="dcterms:W3CDTF">2026-02-11T08:29:21Z</dcterms:modified>
</cp:coreProperties>
</file>